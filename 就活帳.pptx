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9.xml" ContentType="application/vnd.openxmlformats-officedocument.presentationml.notes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75" r:id="rId4"/>
  </p:sldMasterIdLst>
  <p:notesMasterIdLst>
    <p:notesMasterId r:id="rId17"/>
  </p:notesMasterIdLst>
  <p:handoutMasterIdLst>
    <p:handoutMasterId r:id="rId18"/>
  </p:handoutMasterIdLst>
  <p:sldIdLst>
    <p:sldId id="2549" r:id="rId5"/>
    <p:sldId id="2552" r:id="rId6"/>
    <p:sldId id="2554" r:id="rId7"/>
    <p:sldId id="2548" r:id="rId8"/>
    <p:sldId id="2561" r:id="rId9"/>
    <p:sldId id="2558" r:id="rId10"/>
    <p:sldId id="2537" r:id="rId11"/>
    <p:sldId id="2555" r:id="rId12"/>
    <p:sldId id="2538" r:id="rId13"/>
    <p:sldId id="2562" r:id="rId14"/>
    <p:sldId id="2556" r:id="rId15"/>
    <p:sldId id="2560" r:id="rId16"/>
  </p:sldIdLst>
  <p:sldSz cx="12192000" cy="6858000"/>
  <p:notesSz cx="6858000" cy="9144000"/>
  <p:defaultTextStyle>
    <a:defPPr rtl="0">
      <a:defRPr lang="ja-jp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5AE7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34" autoAdjust="0"/>
  </p:normalViewPr>
  <p:slideViewPr>
    <p:cSldViewPr snapToGrid="0">
      <p:cViewPr>
        <p:scale>
          <a:sx n="66" d="100"/>
          <a:sy n="66" d="100"/>
        </p:scale>
        <p:origin x="1330" y="44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7" d="100"/>
          <a:sy n="87" d="100"/>
        </p:scale>
        <p:origin x="3840" y="10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handoutMaster" Target="handoutMasters/handoutMaster1.xml"/><Relationship Id="rId3" Type="http://schemas.openxmlformats.org/officeDocument/2006/relationships/customXml" Target="../customXml/item3.xml"/><Relationship Id="rId21" Type="http://schemas.openxmlformats.org/officeDocument/2006/relationships/theme" Target="theme/theme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notesMaster" Target="notesMasters/notesMaster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10" Type="http://schemas.openxmlformats.org/officeDocument/2006/relationships/slide" Target="slides/slide6.xml"/><Relationship Id="rId19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tableStyles" Target="tableStyles.xml"/></Relationships>
</file>

<file path=ppt/diagrams/_rels/data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image" Target="../media/image5.png"/></Relationships>
</file>

<file path=ppt/diagrams/_rels/data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svg"/><Relationship Id="rId1" Type="http://schemas.openxmlformats.org/officeDocument/2006/relationships/image" Target="../media/image8.svg"/><Relationship Id="rId5" Type="http://schemas.openxmlformats.org/officeDocument/2006/relationships/image" Target="../media/image12.svg"/><Relationship Id="rId4" Type="http://schemas.openxmlformats.org/officeDocument/2006/relationships/image" Target="../media/image11.svg"/></Relationships>
</file>

<file path=ppt/diagrams/_rels/data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svg"/><Relationship Id="rId1" Type="http://schemas.openxmlformats.org/officeDocument/2006/relationships/image" Target="../media/image8.svg"/><Relationship Id="rId5" Type="http://schemas.openxmlformats.org/officeDocument/2006/relationships/image" Target="../media/image12.svg"/><Relationship Id="rId4" Type="http://schemas.openxmlformats.org/officeDocument/2006/relationships/image" Target="../media/image11.svg"/></Relationships>
</file>

<file path=ppt/diagrams/_rels/drawing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image" Target="../media/image5.png"/></Relationships>
</file>

<file path=ppt/diagrams/_rels/drawing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svg"/><Relationship Id="rId1" Type="http://schemas.openxmlformats.org/officeDocument/2006/relationships/image" Target="../media/image8.svg"/><Relationship Id="rId5" Type="http://schemas.openxmlformats.org/officeDocument/2006/relationships/image" Target="../media/image12.svg"/><Relationship Id="rId4" Type="http://schemas.openxmlformats.org/officeDocument/2006/relationships/image" Target="../media/image11.svg"/></Relationships>
</file>

<file path=ppt/diagrams/_rels/drawing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svg"/><Relationship Id="rId1" Type="http://schemas.openxmlformats.org/officeDocument/2006/relationships/image" Target="../media/image8.svg"/><Relationship Id="rId5" Type="http://schemas.openxmlformats.org/officeDocument/2006/relationships/image" Target="../media/image12.svg"/><Relationship Id="rId4" Type="http://schemas.openxmlformats.org/officeDocument/2006/relationships/image" Target="../media/image11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18/5/colors/Iconchunking_neutralicontext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bg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FEBC1820-0E7C-4CC8-AF32-90D056649DDF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icontext_colorful1" csCatId="colorful" phldr="1"/>
      <dgm:spPr/>
      <dgm:t>
        <a:bodyPr rtlCol="0"/>
        <a:lstStyle/>
        <a:p>
          <a:pPr rtl="0"/>
          <a:endParaRPr lang="en-US"/>
        </a:p>
      </dgm:t>
    </dgm:pt>
    <dgm:pt modelId="{FB4A9FD8-F785-44C2-9FDE-4644D2939FC9}">
      <dgm:prSet custT="1"/>
      <dgm:spPr/>
      <dgm:t>
        <a:bodyPr rtlCol="0"/>
        <a:lstStyle/>
        <a:p>
          <a:pPr>
            <a:lnSpc>
              <a:spcPct val="100000"/>
            </a:lnSpc>
          </a:pPr>
          <a:r>
            <a:rPr lang="ja-JP" altLang="en-US" sz="2000" noProof="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rPr>
            <a:t>企業ごとにメモを開く必要があるので</a:t>
          </a:r>
          <a:endParaRPr lang="en-US" altLang="ja-JP" sz="2000" noProof="0" dirty="0">
            <a:solidFill>
              <a:schemeClr val="tx1"/>
            </a:solidFill>
            <a:latin typeface="Meiryo UI" panose="020B0604030504040204" pitchFamily="50" charset="-128"/>
            <a:ea typeface="Meiryo UI" panose="020B0604030504040204" pitchFamily="50" charset="-128"/>
          </a:endParaRPr>
        </a:p>
        <a:p>
          <a:pPr>
            <a:lnSpc>
              <a:spcPct val="100000"/>
            </a:lnSpc>
          </a:pPr>
          <a:r>
            <a:rPr lang="ja-JP" altLang="en-US" sz="2000" noProof="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rPr>
            <a:t>比較がしづらい</a:t>
          </a:r>
          <a:endParaRPr lang="en-US" altLang="ja-JP" sz="2000" noProof="0" dirty="0">
            <a:solidFill>
              <a:schemeClr val="tx1"/>
            </a:solidFill>
            <a:latin typeface="Meiryo UI" panose="020B0604030504040204" pitchFamily="50" charset="-128"/>
            <a:ea typeface="Meiryo UI" panose="020B0604030504040204" pitchFamily="50" charset="-128"/>
          </a:endParaRPr>
        </a:p>
        <a:p>
          <a:pPr>
            <a:lnSpc>
              <a:spcPct val="100000"/>
            </a:lnSpc>
          </a:pPr>
          <a:r>
            <a:rPr lang="ja-JP" altLang="en-US" sz="2800" noProof="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rPr>
            <a:t>（操作性の欠如）</a:t>
          </a:r>
          <a:endParaRPr lang="en-US" altLang="ja-JP" sz="2800" noProof="0" dirty="0">
            <a:solidFill>
              <a:schemeClr val="tx1"/>
            </a:solidFill>
            <a:latin typeface="Meiryo UI" panose="020B0604030504040204" pitchFamily="50" charset="-128"/>
            <a:ea typeface="Meiryo UI" panose="020B0604030504040204" pitchFamily="50" charset="-128"/>
          </a:endParaRPr>
        </a:p>
      </dgm:t>
    </dgm:pt>
    <dgm:pt modelId="{3811FAB2-DEC4-40CD-B436-1EA2FF424EC6}" type="parTrans" cxnId="{0BFF8536-7CDC-402B-BB87-1C975AE3F3C5}">
      <dgm:prSet/>
      <dgm:spPr/>
      <dgm:t>
        <a:bodyPr rtlCol="0"/>
        <a:lstStyle/>
        <a:p>
          <a:pPr rtl="0"/>
          <a:endParaRPr lang="ja-JP" altLang="en-US" noProof="0" dirty="0">
            <a:solidFill>
              <a:schemeClr val="tx1"/>
            </a:solidFill>
            <a:latin typeface="Meiryo UI" panose="020B0604030504040204" pitchFamily="50" charset="-128"/>
            <a:ea typeface="Meiryo UI" panose="020B0604030504040204" pitchFamily="50" charset="-128"/>
          </a:endParaRPr>
        </a:p>
      </dgm:t>
    </dgm:pt>
    <dgm:pt modelId="{FEBF54AD-35F6-4AEC-B3E6-42CEA4068404}" type="sibTrans" cxnId="{0BFF8536-7CDC-402B-BB87-1C975AE3F3C5}">
      <dgm:prSet/>
      <dgm:spPr/>
      <dgm:t>
        <a:bodyPr rtlCol="0"/>
        <a:lstStyle/>
        <a:p>
          <a:pPr rtl="0"/>
          <a:endParaRPr lang="ja-JP" altLang="en-US" noProof="0" dirty="0">
            <a:solidFill>
              <a:schemeClr val="tx1"/>
            </a:solidFill>
            <a:latin typeface="Meiryo UI" panose="020B0604030504040204" pitchFamily="50" charset="-128"/>
            <a:ea typeface="Meiryo UI" panose="020B0604030504040204" pitchFamily="50" charset="-128"/>
          </a:endParaRPr>
        </a:p>
      </dgm:t>
    </dgm:pt>
    <dgm:pt modelId="{658DB0DD-496D-48FB-8B5A-ACAA73AC9B72}">
      <dgm:prSet custT="1"/>
      <dgm:spPr/>
      <dgm:t>
        <a:bodyPr rtlCol="0"/>
        <a:lstStyle/>
        <a:p>
          <a:pPr>
            <a:lnSpc>
              <a:spcPct val="100000"/>
            </a:lnSpc>
          </a:pPr>
          <a:r>
            <a:rPr lang="ja-JP" altLang="en-US" sz="2000" noProof="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rPr>
            <a:t>メモ帳よりも記録・比較に優れるが</a:t>
          </a:r>
          <a:endParaRPr lang="en-US" altLang="ja-JP" sz="2000" noProof="0" dirty="0">
            <a:solidFill>
              <a:schemeClr val="tx1"/>
            </a:solidFill>
            <a:latin typeface="Meiryo UI" panose="020B0604030504040204" pitchFamily="50" charset="-128"/>
            <a:ea typeface="Meiryo UI" panose="020B0604030504040204" pitchFamily="50" charset="-128"/>
          </a:endParaRPr>
        </a:p>
        <a:p>
          <a:pPr>
            <a:lnSpc>
              <a:spcPct val="100000"/>
            </a:lnSpc>
          </a:pPr>
          <a:r>
            <a:rPr lang="ja-JP" altLang="en-US" sz="2000" noProof="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rPr>
            <a:t>多くセルを使うと見辛い</a:t>
          </a:r>
          <a:endParaRPr lang="en-US" altLang="ja-JP" sz="2000" noProof="0" dirty="0">
            <a:solidFill>
              <a:schemeClr val="tx1"/>
            </a:solidFill>
            <a:latin typeface="Meiryo UI" panose="020B0604030504040204" pitchFamily="50" charset="-128"/>
            <a:ea typeface="Meiryo UI" panose="020B0604030504040204" pitchFamily="50" charset="-128"/>
          </a:endParaRPr>
        </a:p>
        <a:p>
          <a:pPr>
            <a:lnSpc>
              <a:spcPct val="100000"/>
            </a:lnSpc>
          </a:pPr>
          <a:r>
            <a:rPr lang="ja-JP" altLang="en-US" sz="2800" noProof="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rPr>
            <a:t>（視認性の欠如）</a:t>
          </a:r>
          <a:endParaRPr lang="en-US" altLang="ja-JP" sz="2800" noProof="0" dirty="0">
            <a:solidFill>
              <a:schemeClr val="tx1"/>
            </a:solidFill>
            <a:latin typeface="Meiryo UI" panose="020B0604030504040204" pitchFamily="50" charset="-128"/>
            <a:ea typeface="Meiryo UI" panose="020B0604030504040204" pitchFamily="50" charset="-128"/>
          </a:endParaRPr>
        </a:p>
      </dgm:t>
    </dgm:pt>
    <dgm:pt modelId="{9A45E2A2-9212-4296-A561-44FEB6723FA9}" type="parTrans" cxnId="{FA3688ED-5322-4AB2-8ECC-1874D8B53532}">
      <dgm:prSet/>
      <dgm:spPr/>
      <dgm:t>
        <a:bodyPr rtlCol="0"/>
        <a:lstStyle/>
        <a:p>
          <a:pPr rtl="0"/>
          <a:endParaRPr lang="ja-JP" altLang="en-US" noProof="0" dirty="0">
            <a:solidFill>
              <a:schemeClr val="tx1"/>
            </a:solidFill>
            <a:latin typeface="Meiryo UI" panose="020B0604030504040204" pitchFamily="50" charset="-128"/>
            <a:ea typeface="Meiryo UI" panose="020B0604030504040204" pitchFamily="50" charset="-128"/>
          </a:endParaRPr>
        </a:p>
      </dgm:t>
    </dgm:pt>
    <dgm:pt modelId="{22C41B1D-4A52-4229-ADBC-7E4C5E5C3B73}" type="sibTrans" cxnId="{FA3688ED-5322-4AB2-8ECC-1874D8B53532}">
      <dgm:prSet/>
      <dgm:spPr/>
      <dgm:t>
        <a:bodyPr rtlCol="0"/>
        <a:lstStyle/>
        <a:p>
          <a:pPr rtl="0"/>
          <a:endParaRPr lang="ja-JP" altLang="en-US" noProof="0" dirty="0">
            <a:solidFill>
              <a:schemeClr val="tx1"/>
            </a:solidFill>
            <a:latin typeface="Meiryo UI" panose="020B0604030504040204" pitchFamily="50" charset="-128"/>
            <a:ea typeface="Meiryo UI" panose="020B0604030504040204" pitchFamily="50" charset="-128"/>
          </a:endParaRPr>
        </a:p>
      </dgm:t>
    </dgm:pt>
    <dgm:pt modelId="{62B988CA-B890-45A0-A09D-F938A17DC46E}" type="pres">
      <dgm:prSet presAssocID="{FEBC1820-0E7C-4CC8-AF32-90D056649DDF}" presName="root" presStyleCnt="0">
        <dgm:presLayoutVars>
          <dgm:dir/>
          <dgm:resizeHandles val="exact"/>
        </dgm:presLayoutVars>
      </dgm:prSet>
      <dgm:spPr/>
    </dgm:pt>
    <dgm:pt modelId="{D13F0E0E-FE7F-47BA-904E-1B6FD1466123}" type="pres">
      <dgm:prSet presAssocID="{FB4A9FD8-F785-44C2-9FDE-4644D2939FC9}" presName="compNode" presStyleCnt="0"/>
      <dgm:spPr/>
    </dgm:pt>
    <dgm:pt modelId="{55211292-5724-4CF3-9B68-C9C37D007AE6}" type="pres">
      <dgm:prSet presAssocID="{FB4A9FD8-F785-44C2-9FDE-4644D2939FC9}" presName="bgRect" presStyleLbl="bgShp" presStyleIdx="0" presStyleCnt="2"/>
      <dgm:spPr>
        <a:xfrm>
          <a:off x="0" y="849991"/>
          <a:ext cx="5906181" cy="1569215"/>
        </a:xfrm>
        <a:prstGeom prst="rect">
          <a:avLst/>
        </a:prstGeom>
        <a:noFill/>
        <a:ln w="38100" cap="sq" cmpd="dbl">
          <a:noFill/>
          <a:prstDash val="solid"/>
          <a:miter lim="800000"/>
        </a:ln>
        <a:effectLst/>
      </dgm:spPr>
    </dgm:pt>
    <dgm:pt modelId="{863410B7-CA0F-43F4-960E-9DA7059AF511}" type="pres">
      <dgm:prSet presAssocID="{FB4A9FD8-F785-44C2-9FDE-4644D2939FC9}" presName="iconRect" presStyleLbl="node1" presStyleIdx="0" presStyleCnt="2"/>
      <dgm:spPr>
        <a:blipFill>
          <a:blip xmlns:r="http://schemas.openxmlformats.org/officeDocument/2006/relationships" r:embed="rId1"/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Microscope"/>
        </a:ext>
      </dgm:extLst>
    </dgm:pt>
    <dgm:pt modelId="{D9898D1A-E064-4261-B88A-4EB8AC0EA74E}" type="pres">
      <dgm:prSet presAssocID="{FB4A9FD8-F785-44C2-9FDE-4644D2939FC9}" presName="spaceRect" presStyleCnt="0"/>
      <dgm:spPr/>
    </dgm:pt>
    <dgm:pt modelId="{9B72B821-D3EB-46EE-BCA0-DA5A1D91AF84}" type="pres">
      <dgm:prSet presAssocID="{FB4A9FD8-F785-44C2-9FDE-4644D2939FC9}" presName="parTx" presStyleLbl="revTx" presStyleIdx="0" presStyleCnt="2">
        <dgm:presLayoutVars>
          <dgm:chMax val="0"/>
          <dgm:chPref val="0"/>
        </dgm:presLayoutVars>
      </dgm:prSet>
      <dgm:spPr/>
    </dgm:pt>
    <dgm:pt modelId="{5FFFEBB8-F3E8-4CE7-B91D-1451FD2E0BFE}" type="pres">
      <dgm:prSet presAssocID="{FEBF54AD-35F6-4AEC-B3E6-42CEA4068404}" presName="sibTrans" presStyleCnt="0"/>
      <dgm:spPr/>
    </dgm:pt>
    <dgm:pt modelId="{E0BD8FEF-3692-47A7-9253-82960931F6B7}" type="pres">
      <dgm:prSet presAssocID="{658DB0DD-496D-48FB-8B5A-ACAA73AC9B72}" presName="compNode" presStyleCnt="0"/>
      <dgm:spPr/>
    </dgm:pt>
    <dgm:pt modelId="{5EDC32A8-8A30-43AA-B28C-4DE1051927E9}" type="pres">
      <dgm:prSet presAssocID="{658DB0DD-496D-48FB-8B5A-ACAA73AC9B72}" presName="bgRect" presStyleLbl="bgShp" presStyleIdx="1" presStyleCnt="2"/>
      <dgm:spPr>
        <a:xfrm>
          <a:off x="0" y="2811510"/>
          <a:ext cx="5906181" cy="1569215"/>
        </a:xfrm>
        <a:prstGeom prst="rect">
          <a:avLst/>
        </a:prstGeom>
        <a:noFill/>
        <a:ln w="38100" cap="sq" cmpd="dbl">
          <a:noFill/>
          <a:prstDash val="solid"/>
          <a:miter lim="800000"/>
        </a:ln>
        <a:effectLst/>
      </dgm:spPr>
    </dgm:pt>
    <dgm:pt modelId="{6AC72B6A-45B7-4ABB-9EFD-F5AC17DE9608}" type="pres">
      <dgm:prSet presAssocID="{658DB0DD-496D-48FB-8B5A-ACAA73AC9B72}" presName="iconRect" presStyleLbl="node1" presStyleIdx="1" presStyleCnt="2"/>
      <dgm:spPr>
        <a:blipFill>
          <a:blip xmlns:r="http://schemas.openxmlformats.org/officeDocument/2006/relationships" r:embed="rId2"/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onfused Person"/>
        </a:ext>
      </dgm:extLst>
    </dgm:pt>
    <dgm:pt modelId="{C3CD3599-88DE-4DEB-81BF-520379977D7B}" type="pres">
      <dgm:prSet presAssocID="{658DB0DD-496D-48FB-8B5A-ACAA73AC9B72}" presName="spaceRect" presStyleCnt="0"/>
      <dgm:spPr/>
    </dgm:pt>
    <dgm:pt modelId="{E7286CCF-EBB1-4A29-B240-4BC3DA177E84}" type="pres">
      <dgm:prSet presAssocID="{658DB0DD-496D-48FB-8B5A-ACAA73AC9B72}" presName="parTx" presStyleLbl="revTx" presStyleIdx="1" presStyleCnt="2">
        <dgm:presLayoutVars>
          <dgm:chMax val="0"/>
          <dgm:chPref val="0"/>
        </dgm:presLayoutVars>
      </dgm:prSet>
      <dgm:spPr/>
    </dgm:pt>
  </dgm:ptLst>
  <dgm:cxnLst>
    <dgm:cxn modelId="{0BFF8536-7CDC-402B-BB87-1C975AE3F3C5}" srcId="{FEBC1820-0E7C-4CC8-AF32-90D056649DDF}" destId="{FB4A9FD8-F785-44C2-9FDE-4644D2939FC9}" srcOrd="0" destOrd="0" parTransId="{3811FAB2-DEC4-40CD-B436-1EA2FF424EC6}" sibTransId="{FEBF54AD-35F6-4AEC-B3E6-42CEA4068404}"/>
    <dgm:cxn modelId="{A644E0C6-ECB3-447B-9FEE-109E29BC68A4}" type="presOf" srcId="{FB4A9FD8-F785-44C2-9FDE-4644D2939FC9}" destId="{9B72B821-D3EB-46EE-BCA0-DA5A1D91AF84}" srcOrd="0" destOrd="0" presId="urn:microsoft.com/office/officeart/2018/2/layout/IconVerticalSolidList"/>
    <dgm:cxn modelId="{C2C164DB-B5C0-4698-8C5F-DFE4BECBC841}" type="presOf" srcId="{658DB0DD-496D-48FB-8B5A-ACAA73AC9B72}" destId="{E7286CCF-EBB1-4A29-B240-4BC3DA177E84}" srcOrd="0" destOrd="0" presId="urn:microsoft.com/office/officeart/2018/2/layout/IconVerticalSolidList"/>
    <dgm:cxn modelId="{FA3688ED-5322-4AB2-8ECC-1874D8B53532}" srcId="{FEBC1820-0E7C-4CC8-AF32-90D056649DDF}" destId="{658DB0DD-496D-48FB-8B5A-ACAA73AC9B72}" srcOrd="1" destOrd="0" parTransId="{9A45E2A2-9212-4296-A561-44FEB6723FA9}" sibTransId="{22C41B1D-4A52-4229-ADBC-7E4C5E5C3B73}"/>
    <dgm:cxn modelId="{1ABD34FB-5C70-4EF9-A5D8-322B9B4207E4}" type="presOf" srcId="{FEBC1820-0E7C-4CC8-AF32-90D056649DDF}" destId="{62B988CA-B890-45A0-A09D-F938A17DC46E}" srcOrd="0" destOrd="0" presId="urn:microsoft.com/office/officeart/2018/2/layout/IconVerticalSolidList"/>
    <dgm:cxn modelId="{0A1169F4-15E9-41CD-8664-4B32A044CAAE}" type="presParOf" srcId="{62B988CA-B890-45A0-A09D-F938A17DC46E}" destId="{D13F0E0E-FE7F-47BA-904E-1B6FD1466123}" srcOrd="0" destOrd="0" presId="urn:microsoft.com/office/officeart/2018/2/layout/IconVerticalSolidList"/>
    <dgm:cxn modelId="{80F06FB3-1577-424F-8850-3544021A47F4}" type="presParOf" srcId="{D13F0E0E-FE7F-47BA-904E-1B6FD1466123}" destId="{55211292-5724-4CF3-9B68-C9C37D007AE6}" srcOrd="0" destOrd="0" presId="urn:microsoft.com/office/officeart/2018/2/layout/IconVerticalSolidList"/>
    <dgm:cxn modelId="{6DB6EA66-9830-4FE2-BD46-B242BB24F790}" type="presParOf" srcId="{D13F0E0E-FE7F-47BA-904E-1B6FD1466123}" destId="{863410B7-CA0F-43F4-960E-9DA7059AF511}" srcOrd="1" destOrd="0" presId="urn:microsoft.com/office/officeart/2018/2/layout/IconVerticalSolidList"/>
    <dgm:cxn modelId="{3584DABA-AF85-45C0-B4E6-31E891FE8085}" type="presParOf" srcId="{D13F0E0E-FE7F-47BA-904E-1B6FD1466123}" destId="{D9898D1A-E064-4261-B88A-4EB8AC0EA74E}" srcOrd="2" destOrd="0" presId="urn:microsoft.com/office/officeart/2018/2/layout/IconVerticalSolidList"/>
    <dgm:cxn modelId="{5829CB90-9CCA-4690-873A-FEB9A8138CF8}" type="presParOf" srcId="{D13F0E0E-FE7F-47BA-904E-1B6FD1466123}" destId="{9B72B821-D3EB-46EE-BCA0-DA5A1D91AF84}" srcOrd="3" destOrd="0" presId="urn:microsoft.com/office/officeart/2018/2/layout/IconVerticalSolidList"/>
    <dgm:cxn modelId="{3F388A09-4B4D-4A52-938A-716D1F96F7A7}" type="presParOf" srcId="{62B988CA-B890-45A0-A09D-F938A17DC46E}" destId="{5FFFEBB8-F3E8-4CE7-B91D-1451FD2E0BFE}" srcOrd="1" destOrd="0" presId="urn:microsoft.com/office/officeart/2018/2/layout/IconVerticalSolidList"/>
    <dgm:cxn modelId="{282D6820-4E2F-4E16-A9B9-5AEE82644E07}" type="presParOf" srcId="{62B988CA-B890-45A0-A09D-F938A17DC46E}" destId="{E0BD8FEF-3692-47A7-9253-82960931F6B7}" srcOrd="2" destOrd="0" presId="urn:microsoft.com/office/officeart/2018/2/layout/IconVerticalSolidList"/>
    <dgm:cxn modelId="{9B25D9F5-2592-4DAA-B808-D7BDD7AE6992}" type="presParOf" srcId="{E0BD8FEF-3692-47A7-9253-82960931F6B7}" destId="{5EDC32A8-8A30-43AA-B28C-4DE1051927E9}" srcOrd="0" destOrd="0" presId="urn:microsoft.com/office/officeart/2018/2/layout/IconVerticalSolidList"/>
    <dgm:cxn modelId="{8B5F86EE-A022-4315-944E-6D0A35BCC88E}" type="presParOf" srcId="{E0BD8FEF-3692-47A7-9253-82960931F6B7}" destId="{6AC72B6A-45B7-4ABB-9EFD-F5AC17DE9608}" srcOrd="1" destOrd="0" presId="urn:microsoft.com/office/officeart/2018/2/layout/IconVerticalSolidList"/>
    <dgm:cxn modelId="{B451EECF-7BD8-4B88-87B2-945AC0FFF8C9}" type="presParOf" srcId="{E0BD8FEF-3692-47A7-9253-82960931F6B7}" destId="{C3CD3599-88DE-4DEB-81BF-520379977D7B}" srcOrd="2" destOrd="0" presId="urn:microsoft.com/office/officeart/2018/2/layout/IconVerticalSolidList"/>
    <dgm:cxn modelId="{A00FF1ED-9537-479F-8B9F-D35F1EA22C34}" type="presParOf" srcId="{E0BD8FEF-3692-47A7-9253-82960931F6B7}" destId="{E7286CCF-EBB1-4A29-B240-4BC3DA177E84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F4EA3051-5518-4A68-9136-046CAA7BA59D}" type="doc">
      <dgm:prSet loTypeId="urn:microsoft.com/office/officeart/2018/5/layout/IconCircleLabelList" loCatId="icon" qsTypeId="urn:microsoft.com/office/officeart/2005/8/quickstyle/simple1" qsCatId="simple" csTypeId="urn:microsoft.com/office/officeart/2005/8/colors/accent1_2" csCatId="accent1" phldr="1"/>
      <dgm:spPr/>
      <dgm:t>
        <a:bodyPr rtlCol="0"/>
        <a:lstStyle/>
        <a:p>
          <a:pPr rtl="0"/>
          <a:endParaRPr lang="en-US"/>
        </a:p>
      </dgm:t>
    </dgm:pt>
    <dgm:pt modelId="{18E90AE3-4EFE-423C-815C-68AB5448380C}">
      <dgm:prSet custT="1"/>
      <dgm:spPr/>
      <dgm:t>
        <a:bodyPr rtlCol="0"/>
        <a:lstStyle/>
        <a:p>
          <a:pPr>
            <a:lnSpc>
              <a:spcPct val="100000"/>
            </a:lnSpc>
            <a:defRPr cap="all"/>
          </a:pPr>
          <a:r>
            <a:rPr lang="ja-JP" altLang="en-US" sz="1800" cap="none" noProof="0" dirty="0">
              <a:latin typeface="Meiryo UI" panose="020B0604030504040204" pitchFamily="50" charset="-128"/>
              <a:ea typeface="Meiryo UI" panose="020B0604030504040204" pitchFamily="50" charset="-128"/>
            </a:rPr>
            <a:t>記録</a:t>
          </a:r>
        </a:p>
      </dgm:t>
    </dgm:pt>
    <dgm:pt modelId="{41D92FFC-2A03-43B5-AD1E-1CCAB508BEDB}" type="parTrans" cxnId="{323BDA44-20D3-459D-ADA7-2B127C61C413}">
      <dgm:prSet/>
      <dgm:spPr/>
      <dgm:t>
        <a:bodyPr rtlCol="0"/>
        <a:lstStyle/>
        <a:p>
          <a:pPr rtl="0"/>
          <a:endParaRPr lang="ja-JP" altLang="en-US" sz="1800" noProof="0" dirty="0">
            <a:latin typeface="Meiryo UI" panose="020B0604030504040204" pitchFamily="50" charset="-128"/>
            <a:ea typeface="Meiryo UI" panose="020B0604030504040204" pitchFamily="50" charset="-128"/>
          </a:endParaRPr>
        </a:p>
      </dgm:t>
    </dgm:pt>
    <dgm:pt modelId="{5EED4C3B-3262-4298-8922-070C75285238}" type="sibTrans" cxnId="{323BDA44-20D3-459D-ADA7-2B127C61C413}">
      <dgm:prSet/>
      <dgm:spPr/>
      <dgm:t>
        <a:bodyPr rtlCol="0"/>
        <a:lstStyle/>
        <a:p>
          <a:pPr rtl="0"/>
          <a:endParaRPr lang="ja-JP" altLang="en-US" sz="1800" noProof="0" dirty="0">
            <a:latin typeface="Meiryo UI" panose="020B0604030504040204" pitchFamily="50" charset="-128"/>
            <a:ea typeface="Meiryo UI" panose="020B0604030504040204" pitchFamily="50" charset="-128"/>
          </a:endParaRPr>
        </a:p>
      </dgm:t>
    </dgm:pt>
    <dgm:pt modelId="{C6F41633-0FF0-486A-B30E-1ED0E1D05A80}">
      <dgm:prSet custT="1"/>
      <dgm:spPr/>
      <dgm:t>
        <a:bodyPr rtlCol="0"/>
        <a:lstStyle/>
        <a:p>
          <a:pPr>
            <a:lnSpc>
              <a:spcPct val="100000"/>
            </a:lnSpc>
            <a:defRPr cap="all"/>
          </a:pPr>
          <a:r>
            <a:rPr lang="ja-JP" altLang="en-US" sz="1800" cap="none" noProof="0" dirty="0">
              <a:latin typeface="Meiryo UI" panose="020B0604030504040204" pitchFamily="50" charset="-128"/>
              <a:ea typeface="Meiryo UI" panose="020B0604030504040204" pitchFamily="50" charset="-128"/>
            </a:rPr>
            <a:t>リマインダー機能</a:t>
          </a:r>
        </a:p>
      </dgm:t>
    </dgm:pt>
    <dgm:pt modelId="{8CFF2197-1A2B-4DB8-BB31-03AF3BE2A35D}" type="parTrans" cxnId="{6DD35841-89A1-4549-85C7-92BF0106B3BF}">
      <dgm:prSet/>
      <dgm:spPr/>
      <dgm:t>
        <a:bodyPr rtlCol="0"/>
        <a:lstStyle/>
        <a:p>
          <a:pPr rtl="0"/>
          <a:endParaRPr lang="ja-JP" altLang="en-US" sz="1800" noProof="0" dirty="0">
            <a:latin typeface="Meiryo UI" panose="020B0604030504040204" pitchFamily="50" charset="-128"/>
            <a:ea typeface="Meiryo UI" panose="020B0604030504040204" pitchFamily="50" charset="-128"/>
          </a:endParaRPr>
        </a:p>
      </dgm:t>
    </dgm:pt>
    <dgm:pt modelId="{5BC5CE78-D653-4B24-A128-6A4D23EB6487}" type="sibTrans" cxnId="{6DD35841-89A1-4549-85C7-92BF0106B3BF}">
      <dgm:prSet/>
      <dgm:spPr/>
      <dgm:t>
        <a:bodyPr rtlCol="0"/>
        <a:lstStyle/>
        <a:p>
          <a:pPr rtl="0"/>
          <a:endParaRPr lang="ja-JP" altLang="en-US" sz="1800" noProof="0" dirty="0">
            <a:latin typeface="Meiryo UI" panose="020B0604030504040204" pitchFamily="50" charset="-128"/>
            <a:ea typeface="Meiryo UI" panose="020B0604030504040204" pitchFamily="50" charset="-128"/>
          </a:endParaRPr>
        </a:p>
      </dgm:t>
    </dgm:pt>
    <dgm:pt modelId="{B71CA56F-3FE0-4E91-A288-148D1A219531}">
      <dgm:prSet custT="1"/>
      <dgm:spPr/>
      <dgm:t>
        <a:bodyPr rtlCol="0"/>
        <a:lstStyle/>
        <a:p>
          <a:pPr>
            <a:lnSpc>
              <a:spcPct val="100000"/>
            </a:lnSpc>
            <a:defRPr cap="all"/>
          </a:pPr>
          <a:r>
            <a:rPr lang="ja-JP" altLang="en-US" sz="1800" cap="none" noProof="0" dirty="0">
              <a:latin typeface="Meiryo UI" panose="020B0604030504040204" pitchFamily="50" charset="-128"/>
              <a:ea typeface="Meiryo UI" panose="020B0604030504040204" pitchFamily="50" charset="-128"/>
            </a:rPr>
            <a:t>比較機能</a:t>
          </a:r>
        </a:p>
      </dgm:t>
    </dgm:pt>
    <dgm:pt modelId="{F2CF152A-3C10-4163-A2A0-FCFEDA46A576}" type="parTrans" cxnId="{93986B1C-4F60-4F52-8B62-DB7BDCD7F3BA}">
      <dgm:prSet/>
      <dgm:spPr/>
      <dgm:t>
        <a:bodyPr rtlCol="0"/>
        <a:lstStyle/>
        <a:p>
          <a:pPr rtl="0"/>
          <a:endParaRPr lang="ja-JP" altLang="en-US" sz="1800" noProof="0" dirty="0">
            <a:latin typeface="Meiryo UI" panose="020B0604030504040204" pitchFamily="50" charset="-128"/>
            <a:ea typeface="Meiryo UI" panose="020B0604030504040204" pitchFamily="50" charset="-128"/>
          </a:endParaRPr>
        </a:p>
      </dgm:t>
    </dgm:pt>
    <dgm:pt modelId="{3551302F-D8DD-4233-8F96-BB798392283B}" type="sibTrans" cxnId="{93986B1C-4F60-4F52-8B62-DB7BDCD7F3BA}">
      <dgm:prSet/>
      <dgm:spPr/>
      <dgm:t>
        <a:bodyPr rtlCol="0"/>
        <a:lstStyle/>
        <a:p>
          <a:pPr rtl="0"/>
          <a:endParaRPr lang="ja-JP" altLang="en-US" sz="1800" noProof="0" dirty="0">
            <a:latin typeface="Meiryo UI" panose="020B0604030504040204" pitchFamily="50" charset="-128"/>
            <a:ea typeface="Meiryo UI" panose="020B0604030504040204" pitchFamily="50" charset="-128"/>
          </a:endParaRPr>
        </a:p>
      </dgm:t>
    </dgm:pt>
    <dgm:pt modelId="{40445AAF-79D1-46B9-8D2F-1FE4E740F550}">
      <dgm:prSet custT="1"/>
      <dgm:spPr/>
      <dgm:t>
        <a:bodyPr rtlCol="0"/>
        <a:lstStyle/>
        <a:p>
          <a:pPr>
            <a:lnSpc>
              <a:spcPct val="100000"/>
            </a:lnSpc>
            <a:defRPr cap="all"/>
          </a:pPr>
          <a:r>
            <a:rPr lang="en-US" altLang="ja-JP" sz="1800" cap="none" noProof="0" dirty="0">
              <a:latin typeface="Meiryo UI" panose="020B0604030504040204" pitchFamily="50" charset="-128"/>
              <a:ea typeface="Meiryo UI" panose="020B0604030504040204" pitchFamily="50" charset="-128"/>
            </a:rPr>
            <a:t>AI</a:t>
          </a:r>
          <a:r>
            <a:rPr lang="ja-JP" altLang="en-US" sz="1800" cap="none" noProof="0" dirty="0">
              <a:latin typeface="Meiryo UI" panose="020B0604030504040204" pitchFamily="50" charset="-128"/>
              <a:ea typeface="Meiryo UI" panose="020B0604030504040204" pitchFamily="50" charset="-128"/>
            </a:rPr>
            <a:t>相談機能</a:t>
          </a:r>
        </a:p>
      </dgm:t>
    </dgm:pt>
    <dgm:pt modelId="{F4ED57A5-1437-4DDA-B79A-D8002E297C07}" type="parTrans" cxnId="{A804C30D-F5A2-425F-A93C-8ECFDAC90404}">
      <dgm:prSet/>
      <dgm:spPr/>
      <dgm:t>
        <a:bodyPr rtlCol="0"/>
        <a:lstStyle/>
        <a:p>
          <a:pPr rtl="0"/>
          <a:endParaRPr lang="ja-JP" altLang="en-US" sz="1800" noProof="0" dirty="0">
            <a:latin typeface="Meiryo UI" panose="020B0604030504040204" pitchFamily="50" charset="-128"/>
            <a:ea typeface="Meiryo UI" panose="020B0604030504040204" pitchFamily="50" charset="-128"/>
          </a:endParaRPr>
        </a:p>
      </dgm:t>
    </dgm:pt>
    <dgm:pt modelId="{54582B31-660E-455B-967C-39B58B2EE975}" type="sibTrans" cxnId="{A804C30D-F5A2-425F-A93C-8ECFDAC90404}">
      <dgm:prSet/>
      <dgm:spPr/>
      <dgm:t>
        <a:bodyPr rtlCol="0"/>
        <a:lstStyle/>
        <a:p>
          <a:pPr rtl="0"/>
          <a:endParaRPr lang="ja-JP" altLang="en-US" sz="1800" noProof="0" dirty="0">
            <a:latin typeface="Meiryo UI" panose="020B0604030504040204" pitchFamily="50" charset="-128"/>
            <a:ea typeface="Meiryo UI" panose="020B0604030504040204" pitchFamily="50" charset="-128"/>
          </a:endParaRPr>
        </a:p>
      </dgm:t>
    </dgm:pt>
    <dgm:pt modelId="{1006668B-E404-4D0E-AC57-884E8833AD9A}">
      <dgm:prSet custT="1"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kumimoji="1" lang="ja-JP" altLang="en-US" sz="1600" dirty="0"/>
            <a:t>カレンダー</a:t>
          </a:r>
        </a:p>
      </dgm:t>
    </dgm:pt>
    <dgm:pt modelId="{79410D41-4452-45A7-B151-5BFC3BC59A33}" type="parTrans" cxnId="{71EA88D2-C718-4D65-A7D9-4437A27AACFC}">
      <dgm:prSet/>
      <dgm:spPr/>
      <dgm:t>
        <a:bodyPr/>
        <a:lstStyle/>
        <a:p>
          <a:endParaRPr kumimoji="1" lang="ja-JP" altLang="en-US"/>
        </a:p>
      </dgm:t>
    </dgm:pt>
    <dgm:pt modelId="{563FC799-EE39-4C12-9030-1C3CB8646F6A}" type="sibTrans" cxnId="{71EA88D2-C718-4D65-A7D9-4437A27AACFC}">
      <dgm:prSet/>
      <dgm:spPr/>
      <dgm:t>
        <a:bodyPr/>
        <a:lstStyle/>
        <a:p>
          <a:endParaRPr kumimoji="1" lang="ja-JP" altLang="en-US"/>
        </a:p>
      </dgm:t>
    </dgm:pt>
    <dgm:pt modelId="{C2FDEC8C-E2B9-4774-8D9D-AED7D6C0D55B}" type="pres">
      <dgm:prSet presAssocID="{F4EA3051-5518-4A68-9136-046CAA7BA59D}" presName="root" presStyleCnt="0">
        <dgm:presLayoutVars>
          <dgm:dir/>
          <dgm:resizeHandles val="exact"/>
        </dgm:presLayoutVars>
      </dgm:prSet>
      <dgm:spPr/>
    </dgm:pt>
    <dgm:pt modelId="{D9AA7755-65D4-4A4F-B074-F7F866931976}" type="pres">
      <dgm:prSet presAssocID="{18E90AE3-4EFE-423C-815C-68AB5448380C}" presName="compNode" presStyleCnt="0"/>
      <dgm:spPr/>
    </dgm:pt>
    <dgm:pt modelId="{2FD584AC-334C-4D98-9E88-D4EE344FF90D}" type="pres">
      <dgm:prSet presAssocID="{18E90AE3-4EFE-423C-815C-68AB5448380C}" presName="iconBgRect" presStyleLbl="bgShp" presStyleIdx="0" presStyleCnt="5">
        <dgm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dgm:style>
      </dgm:prSet>
      <dgm:spPr>
        <a:xfrm>
          <a:off x="600792" y="596391"/>
          <a:ext cx="1449891" cy="1449891"/>
        </a:xfrm>
        <a:prstGeom prst="rect">
          <a:avLst/>
        </a:prstGeom>
        <a:ln/>
      </dgm:spPr>
    </dgm:pt>
    <dgm:pt modelId="{2E004ED0-9912-4313-AFA2-7904C1513343}" type="pres">
      <dgm:prSet presAssocID="{18E90AE3-4EFE-423C-815C-68AB5448380C}" presName="iconRect" presStyleLbl="node1" presStyleIdx="0" presStyleCnt="5"/>
      <dgm:spPr>
        <a:blipFill>
          <a:blip xmlns:r="http://schemas.openxmlformats.org/officeDocument/2006/relationships">
            <a:extLst>
              <a:ext uri="{96DAC541-7B7A-43D3-8B79-37D633B846F1}">
                <asvg:svgBlip xmlns:asvg="http://schemas.microsoft.com/office/drawing/2016/SVG/main" r:embed="rId1"/>
              </a:ext>
            </a:extLst>
          </a:blip>
          <a:srcRect/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カリグラフィ用ペン 単色塗りつぶし"/>
        </a:ext>
      </dgm:extLst>
    </dgm:pt>
    <dgm:pt modelId="{C7850D4C-BD15-4810-8DA4-9F6899FBDB2F}" type="pres">
      <dgm:prSet presAssocID="{18E90AE3-4EFE-423C-815C-68AB5448380C}" presName="spaceRect" presStyleCnt="0"/>
      <dgm:spPr/>
    </dgm:pt>
    <dgm:pt modelId="{97947764-D5E2-4B83-8EAA-EA54408B4F84}" type="pres">
      <dgm:prSet presAssocID="{18E90AE3-4EFE-423C-815C-68AB5448380C}" presName="textRect" presStyleLbl="revTx" presStyleIdx="0" presStyleCnt="5">
        <dgm:presLayoutVars>
          <dgm:chMax val="1"/>
          <dgm:chPref val="1"/>
        </dgm:presLayoutVars>
      </dgm:prSet>
      <dgm:spPr/>
    </dgm:pt>
    <dgm:pt modelId="{2818E4B9-6416-4482-9782-ECF7FF702856}" type="pres">
      <dgm:prSet presAssocID="{5EED4C3B-3262-4298-8922-070C75285238}" presName="sibTrans" presStyleCnt="0"/>
      <dgm:spPr/>
    </dgm:pt>
    <dgm:pt modelId="{727976DF-086B-438C-BD83-51D09CBD4EC7}" type="pres">
      <dgm:prSet presAssocID="{1006668B-E404-4D0E-AC57-884E8833AD9A}" presName="compNode" presStyleCnt="0"/>
      <dgm:spPr/>
    </dgm:pt>
    <dgm:pt modelId="{C9A6B413-DF12-4ECB-A750-22F04AEB749A}" type="pres">
      <dgm:prSet presAssocID="{1006668B-E404-4D0E-AC57-884E8833AD9A}" presName="iconBgRect" presStyleLbl="bgShp" presStyleIdx="1" presStyleCnt="5">
        <dgm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4"/>
          </a:fontRef>
        </dgm:style>
      </dgm:prSet>
      <dgm:spPr>
        <a:prstGeom prst="rect">
          <a:avLst/>
        </a:prstGeom>
        <a:noFill/>
        <a:ln w="9525" cap="flat" cmpd="sng" algn="ctr">
          <a:solidFill>
            <a:schemeClr val="accent4"/>
          </a:solidFill>
          <a:prstDash val="solid"/>
          <a:round/>
          <a:headEnd type="none" w="med" len="med"/>
          <a:tailEnd type="none" w="med" len="med"/>
        </a:ln>
      </dgm:spPr>
    </dgm:pt>
    <dgm:pt modelId="{FB385EEE-89F7-4362-8928-597D4AEB1EE2}" type="pres">
      <dgm:prSet presAssocID="{1006668B-E404-4D0E-AC57-884E8833AD9A}" presName="iconRect" presStyleLbl="node1" presStyleIdx="1" presStyleCnt="5"/>
      <dgm:spPr>
        <a:blipFill>
          <a:blip xmlns:r="http://schemas.openxmlformats.org/officeDocument/2006/relationships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フリップ式カレンダー 単色塗りつぶし"/>
        </a:ext>
      </dgm:extLst>
    </dgm:pt>
    <dgm:pt modelId="{04C98C2E-1FAF-4098-873A-70651A547E35}" type="pres">
      <dgm:prSet presAssocID="{1006668B-E404-4D0E-AC57-884E8833AD9A}" presName="spaceRect" presStyleCnt="0"/>
      <dgm:spPr/>
    </dgm:pt>
    <dgm:pt modelId="{EE4235EB-624E-4BCF-96F5-28DA4681F08B}" type="pres">
      <dgm:prSet presAssocID="{1006668B-E404-4D0E-AC57-884E8833AD9A}" presName="textRect" presStyleLbl="revTx" presStyleIdx="1" presStyleCnt="5">
        <dgm:presLayoutVars>
          <dgm:chMax val="1"/>
          <dgm:chPref val="1"/>
        </dgm:presLayoutVars>
      </dgm:prSet>
      <dgm:spPr/>
    </dgm:pt>
    <dgm:pt modelId="{76F0F519-C6AB-4F1F-811F-8B1997A864A2}" type="pres">
      <dgm:prSet presAssocID="{563FC799-EE39-4C12-9030-1C3CB8646F6A}" presName="sibTrans" presStyleCnt="0"/>
      <dgm:spPr/>
    </dgm:pt>
    <dgm:pt modelId="{5D2065B8-BF24-455A-8EE1-5E67BE48B81B}" type="pres">
      <dgm:prSet presAssocID="{C6F41633-0FF0-486A-B30E-1ED0E1D05A80}" presName="compNode" presStyleCnt="0"/>
      <dgm:spPr/>
    </dgm:pt>
    <dgm:pt modelId="{D24D21FC-62C1-4CB3-8209-8661C3C79008}" type="pres">
      <dgm:prSet presAssocID="{C6F41633-0FF0-486A-B30E-1ED0E1D05A80}" presName="iconBgRect" presStyleLbl="bgShp" presStyleIdx="2" presStyleCnt="5">
        <dgm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dgm:style>
      </dgm:prSet>
      <dgm:spPr>
        <a:xfrm>
          <a:off x="3393616" y="596391"/>
          <a:ext cx="1449891" cy="1449891"/>
        </a:xfrm>
        <a:prstGeom prst="rect">
          <a:avLst/>
        </a:prstGeom>
        <a:ln/>
      </dgm:spPr>
    </dgm:pt>
    <dgm:pt modelId="{E1CCDF7A-EBE7-495D-AEE1-FE9FEEA33C81}" type="pres">
      <dgm:prSet presAssocID="{C6F41633-0FF0-486A-B30E-1ED0E1D05A80}" presName="iconRect" presStyleLbl="node1" presStyleIdx="2" presStyleCnt="5"/>
      <dgm:spPr>
        <a:blipFill>
          <a:blip xmlns:r="http://schemas.openxmlformats.org/officeDocument/2006/relationships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目覚まし時計 単色塗りつぶし"/>
        </a:ext>
      </dgm:extLst>
    </dgm:pt>
    <dgm:pt modelId="{AFF203E1-34B6-48E2-B5D4-C37BA4CDBE3D}" type="pres">
      <dgm:prSet presAssocID="{C6F41633-0FF0-486A-B30E-1ED0E1D05A80}" presName="spaceRect" presStyleCnt="0"/>
      <dgm:spPr/>
    </dgm:pt>
    <dgm:pt modelId="{1B26A24F-F4FA-4000-B231-980697CE6BC5}" type="pres">
      <dgm:prSet presAssocID="{C6F41633-0FF0-486A-B30E-1ED0E1D05A80}" presName="textRect" presStyleLbl="revTx" presStyleIdx="2" presStyleCnt="5">
        <dgm:presLayoutVars>
          <dgm:chMax val="1"/>
          <dgm:chPref val="1"/>
        </dgm:presLayoutVars>
      </dgm:prSet>
      <dgm:spPr/>
    </dgm:pt>
    <dgm:pt modelId="{51C87337-A8F2-49D7-9000-D0F5AEC2A3E0}" type="pres">
      <dgm:prSet presAssocID="{5BC5CE78-D653-4B24-A128-6A4D23EB6487}" presName="sibTrans" presStyleCnt="0"/>
      <dgm:spPr/>
    </dgm:pt>
    <dgm:pt modelId="{8CE0322A-4FD6-41C9-8DFD-125E5558BCB9}" type="pres">
      <dgm:prSet presAssocID="{B71CA56F-3FE0-4E91-A288-148D1A219531}" presName="compNode" presStyleCnt="0"/>
      <dgm:spPr/>
    </dgm:pt>
    <dgm:pt modelId="{150E4B2C-C413-4BF2-BE44-61CABB4D422E}" type="pres">
      <dgm:prSet presAssocID="{B71CA56F-3FE0-4E91-A288-148D1A219531}" presName="iconBgRect" presStyleLbl="bgShp" presStyleIdx="3" presStyleCnt="5">
        <dgm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dgm:style>
      </dgm:prSet>
      <dgm:spPr>
        <a:xfrm>
          <a:off x="6186441" y="596391"/>
          <a:ext cx="1449891" cy="1449891"/>
        </a:xfrm>
        <a:prstGeom prst="rect">
          <a:avLst/>
        </a:prstGeom>
        <a:noFill/>
        <a:ln w="9525" cap="flat" cmpd="sng" algn="ctr">
          <a:solidFill>
            <a:schemeClr val="accent1"/>
          </a:solidFill>
          <a:prstDash val="solid"/>
          <a:round/>
          <a:headEnd type="none" w="med" len="med"/>
          <a:tailEnd type="none" w="med" len="med"/>
        </a:ln>
      </dgm:spPr>
    </dgm:pt>
    <dgm:pt modelId="{338E22CF-4E7D-49DB-8D62-BFBE95644B7C}" type="pres">
      <dgm:prSet presAssocID="{B71CA56F-3FE0-4E91-A288-148D1A219531}" presName="iconRect" presStyleLbl="node1" presStyleIdx="3" presStyleCnt="5"/>
      <dgm:spPr>
        <a:blipFill>
          <a:blip xmlns:r="http://schemas.openxmlformats.org/officeDocument/2006/relationships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リスト 単色塗りつぶし"/>
        </a:ext>
      </dgm:extLst>
    </dgm:pt>
    <dgm:pt modelId="{A4134F78-74E5-417C-9450-B5A5408E0982}" type="pres">
      <dgm:prSet presAssocID="{B71CA56F-3FE0-4E91-A288-148D1A219531}" presName="spaceRect" presStyleCnt="0"/>
      <dgm:spPr/>
    </dgm:pt>
    <dgm:pt modelId="{4E04CA18-7F92-4C8F-B31C-B8DC9BFFC00B}" type="pres">
      <dgm:prSet presAssocID="{B71CA56F-3FE0-4E91-A288-148D1A219531}" presName="textRect" presStyleLbl="revTx" presStyleIdx="3" presStyleCnt="5">
        <dgm:presLayoutVars>
          <dgm:chMax val="1"/>
          <dgm:chPref val="1"/>
        </dgm:presLayoutVars>
      </dgm:prSet>
      <dgm:spPr/>
    </dgm:pt>
    <dgm:pt modelId="{6A22E40D-3490-43F6-BFBB-88887609320F}" type="pres">
      <dgm:prSet presAssocID="{3551302F-D8DD-4233-8F96-BB798392283B}" presName="sibTrans" presStyleCnt="0"/>
      <dgm:spPr/>
    </dgm:pt>
    <dgm:pt modelId="{862E03AE-4DC1-45B4-ACA6-12DC9646DF09}" type="pres">
      <dgm:prSet presAssocID="{40445AAF-79D1-46B9-8D2F-1FE4E740F550}" presName="compNode" presStyleCnt="0"/>
      <dgm:spPr/>
    </dgm:pt>
    <dgm:pt modelId="{FB9B0F2E-A209-4355-A025-0CC7EDD3BBA7}" type="pres">
      <dgm:prSet presAssocID="{40445AAF-79D1-46B9-8D2F-1FE4E740F550}" presName="iconBgRect" presStyleLbl="bgShp" presStyleIdx="4" presStyleCnt="5"/>
      <dgm:spPr>
        <a:xfrm>
          <a:off x="8979265" y="596391"/>
          <a:ext cx="1449891" cy="1449891"/>
        </a:xfrm>
        <a:prstGeom prst="rect">
          <a:avLst/>
        </a:prstGeom>
        <a:noFill/>
        <a:ln>
          <a:solidFill>
            <a:schemeClr val="accent1"/>
          </a:solidFill>
          <a:prstDash val="sysDash"/>
        </a:ln>
      </dgm:spPr>
    </dgm:pt>
    <dgm:pt modelId="{65ED3257-C9EC-49C5-B86D-6D93DABEBEEB}" type="pres">
      <dgm:prSet presAssocID="{40445AAF-79D1-46B9-8D2F-1FE4E740F550}" presName="iconRect" presStyleLbl="node1" presStyleIdx="4" presStyleCnt="5"/>
      <dgm:spPr>
        <a:blipFill>
          <a:blip xmlns:r="http://schemas.openxmlformats.org/officeDocument/2006/relationships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ワシ 単色塗りつぶし"/>
        </a:ext>
      </dgm:extLst>
    </dgm:pt>
    <dgm:pt modelId="{70DBFBC5-BFFA-4A86-92C2-38A37C3BA021}" type="pres">
      <dgm:prSet presAssocID="{40445AAF-79D1-46B9-8D2F-1FE4E740F550}" presName="spaceRect" presStyleCnt="0"/>
      <dgm:spPr/>
    </dgm:pt>
    <dgm:pt modelId="{164D16BE-1508-46AB-8E58-77F8E5A2FFCC}" type="pres">
      <dgm:prSet presAssocID="{40445AAF-79D1-46B9-8D2F-1FE4E740F550}" presName="textRect" presStyleLbl="revTx" presStyleIdx="4" presStyleCnt="5">
        <dgm:presLayoutVars>
          <dgm:chMax val="1"/>
          <dgm:chPref val="1"/>
        </dgm:presLayoutVars>
      </dgm:prSet>
      <dgm:spPr/>
    </dgm:pt>
  </dgm:ptLst>
  <dgm:cxnLst>
    <dgm:cxn modelId="{64DA8700-2F2A-4FDC-A219-6F77F6166F6C}" type="presOf" srcId="{40445AAF-79D1-46B9-8D2F-1FE4E740F550}" destId="{164D16BE-1508-46AB-8E58-77F8E5A2FFCC}" srcOrd="0" destOrd="0" presId="urn:microsoft.com/office/officeart/2018/5/layout/IconCircleLabelList"/>
    <dgm:cxn modelId="{A804C30D-F5A2-425F-A93C-8ECFDAC90404}" srcId="{F4EA3051-5518-4A68-9136-046CAA7BA59D}" destId="{40445AAF-79D1-46B9-8D2F-1FE4E740F550}" srcOrd="4" destOrd="0" parTransId="{F4ED57A5-1437-4DDA-B79A-D8002E297C07}" sibTransId="{54582B31-660E-455B-967C-39B58B2EE975}"/>
    <dgm:cxn modelId="{93986B1C-4F60-4F52-8B62-DB7BDCD7F3BA}" srcId="{F4EA3051-5518-4A68-9136-046CAA7BA59D}" destId="{B71CA56F-3FE0-4E91-A288-148D1A219531}" srcOrd="3" destOrd="0" parTransId="{F2CF152A-3C10-4163-A2A0-FCFEDA46A576}" sibTransId="{3551302F-D8DD-4233-8F96-BB798392283B}"/>
    <dgm:cxn modelId="{6DD35841-89A1-4549-85C7-92BF0106B3BF}" srcId="{F4EA3051-5518-4A68-9136-046CAA7BA59D}" destId="{C6F41633-0FF0-486A-B30E-1ED0E1D05A80}" srcOrd="2" destOrd="0" parTransId="{8CFF2197-1A2B-4DB8-BB31-03AF3BE2A35D}" sibTransId="{5BC5CE78-D653-4B24-A128-6A4D23EB6487}"/>
    <dgm:cxn modelId="{323BDA44-20D3-459D-ADA7-2B127C61C413}" srcId="{F4EA3051-5518-4A68-9136-046CAA7BA59D}" destId="{18E90AE3-4EFE-423C-815C-68AB5448380C}" srcOrd="0" destOrd="0" parTransId="{41D92FFC-2A03-43B5-AD1E-1CCAB508BEDB}" sibTransId="{5EED4C3B-3262-4298-8922-070C75285238}"/>
    <dgm:cxn modelId="{9829035A-CF7D-4D90-937E-DE2D1F298FC5}" type="presOf" srcId="{18E90AE3-4EFE-423C-815C-68AB5448380C}" destId="{97947764-D5E2-4B83-8EAA-EA54408B4F84}" srcOrd="0" destOrd="0" presId="urn:microsoft.com/office/officeart/2018/5/layout/IconCircleLabelList"/>
    <dgm:cxn modelId="{3DFF7089-BF55-4C97-9284-BBCA08C87083}" type="presOf" srcId="{C6F41633-0FF0-486A-B30E-1ED0E1D05A80}" destId="{1B26A24F-F4FA-4000-B231-980697CE6BC5}" srcOrd="0" destOrd="0" presId="urn:microsoft.com/office/officeart/2018/5/layout/IconCircleLabelList"/>
    <dgm:cxn modelId="{678EE49E-C1B3-48E5-9BF4-3D66C242F898}" type="presOf" srcId="{F4EA3051-5518-4A68-9136-046CAA7BA59D}" destId="{C2FDEC8C-E2B9-4774-8D9D-AED7D6C0D55B}" srcOrd="0" destOrd="0" presId="urn:microsoft.com/office/officeart/2018/5/layout/IconCircleLabelList"/>
    <dgm:cxn modelId="{413965BD-D74F-4307-A43C-89B417F384CE}" type="presOf" srcId="{B71CA56F-3FE0-4E91-A288-148D1A219531}" destId="{4E04CA18-7F92-4C8F-B31C-B8DC9BFFC00B}" srcOrd="0" destOrd="0" presId="urn:microsoft.com/office/officeart/2018/5/layout/IconCircleLabelList"/>
    <dgm:cxn modelId="{56CFD1CF-8912-46C0-A712-3C289F87C6C3}" type="presOf" srcId="{1006668B-E404-4D0E-AC57-884E8833AD9A}" destId="{EE4235EB-624E-4BCF-96F5-28DA4681F08B}" srcOrd="0" destOrd="0" presId="urn:microsoft.com/office/officeart/2018/5/layout/IconCircleLabelList"/>
    <dgm:cxn modelId="{71EA88D2-C718-4D65-A7D9-4437A27AACFC}" srcId="{F4EA3051-5518-4A68-9136-046CAA7BA59D}" destId="{1006668B-E404-4D0E-AC57-884E8833AD9A}" srcOrd="1" destOrd="0" parTransId="{79410D41-4452-45A7-B151-5BFC3BC59A33}" sibTransId="{563FC799-EE39-4C12-9030-1C3CB8646F6A}"/>
    <dgm:cxn modelId="{79FD1E3D-7AA1-4229-8852-1B03C28C9F43}" type="presParOf" srcId="{C2FDEC8C-E2B9-4774-8D9D-AED7D6C0D55B}" destId="{D9AA7755-65D4-4A4F-B074-F7F866931976}" srcOrd="0" destOrd="0" presId="urn:microsoft.com/office/officeart/2018/5/layout/IconCircleLabelList"/>
    <dgm:cxn modelId="{B2AE4C3B-6679-4168-94DF-B7109BE39D04}" type="presParOf" srcId="{D9AA7755-65D4-4A4F-B074-F7F866931976}" destId="{2FD584AC-334C-4D98-9E88-D4EE344FF90D}" srcOrd="0" destOrd="0" presId="urn:microsoft.com/office/officeart/2018/5/layout/IconCircleLabelList"/>
    <dgm:cxn modelId="{63EB1EE7-501B-446C-BC25-320EDE2AC629}" type="presParOf" srcId="{D9AA7755-65D4-4A4F-B074-F7F866931976}" destId="{2E004ED0-9912-4313-AFA2-7904C1513343}" srcOrd="1" destOrd="0" presId="urn:microsoft.com/office/officeart/2018/5/layout/IconCircleLabelList"/>
    <dgm:cxn modelId="{CD8F03CD-825C-4D94-B420-D8259BCBD1EA}" type="presParOf" srcId="{D9AA7755-65D4-4A4F-B074-F7F866931976}" destId="{C7850D4C-BD15-4810-8DA4-9F6899FBDB2F}" srcOrd="2" destOrd="0" presId="urn:microsoft.com/office/officeart/2018/5/layout/IconCircleLabelList"/>
    <dgm:cxn modelId="{0DB5B47C-35FD-4FEB-BFB4-6AFED569B082}" type="presParOf" srcId="{D9AA7755-65D4-4A4F-B074-F7F866931976}" destId="{97947764-D5E2-4B83-8EAA-EA54408B4F84}" srcOrd="3" destOrd="0" presId="urn:microsoft.com/office/officeart/2018/5/layout/IconCircleLabelList"/>
    <dgm:cxn modelId="{EF0D7AE1-E9C4-4509-875C-D8F59679AF47}" type="presParOf" srcId="{C2FDEC8C-E2B9-4774-8D9D-AED7D6C0D55B}" destId="{2818E4B9-6416-4482-9782-ECF7FF702856}" srcOrd="1" destOrd="0" presId="urn:microsoft.com/office/officeart/2018/5/layout/IconCircleLabelList"/>
    <dgm:cxn modelId="{320E1312-7C7E-48DC-BBEF-66C7ECF72285}" type="presParOf" srcId="{C2FDEC8C-E2B9-4774-8D9D-AED7D6C0D55B}" destId="{727976DF-086B-438C-BD83-51D09CBD4EC7}" srcOrd="2" destOrd="0" presId="urn:microsoft.com/office/officeart/2018/5/layout/IconCircleLabelList"/>
    <dgm:cxn modelId="{1C928EEA-4030-47C5-917B-83DFCB2B5274}" type="presParOf" srcId="{727976DF-086B-438C-BD83-51D09CBD4EC7}" destId="{C9A6B413-DF12-4ECB-A750-22F04AEB749A}" srcOrd="0" destOrd="0" presId="urn:microsoft.com/office/officeart/2018/5/layout/IconCircleLabelList"/>
    <dgm:cxn modelId="{1FB46F00-DA3F-483C-9C1B-BC1A04E12342}" type="presParOf" srcId="{727976DF-086B-438C-BD83-51D09CBD4EC7}" destId="{FB385EEE-89F7-4362-8928-597D4AEB1EE2}" srcOrd="1" destOrd="0" presId="urn:microsoft.com/office/officeart/2018/5/layout/IconCircleLabelList"/>
    <dgm:cxn modelId="{5AE2BC62-BA87-4E94-B802-51B19350CC43}" type="presParOf" srcId="{727976DF-086B-438C-BD83-51D09CBD4EC7}" destId="{04C98C2E-1FAF-4098-873A-70651A547E35}" srcOrd="2" destOrd="0" presId="urn:microsoft.com/office/officeart/2018/5/layout/IconCircleLabelList"/>
    <dgm:cxn modelId="{2C5CAFF9-A7F8-4869-810F-AE1416974660}" type="presParOf" srcId="{727976DF-086B-438C-BD83-51D09CBD4EC7}" destId="{EE4235EB-624E-4BCF-96F5-28DA4681F08B}" srcOrd="3" destOrd="0" presId="urn:microsoft.com/office/officeart/2018/5/layout/IconCircleLabelList"/>
    <dgm:cxn modelId="{F7E9D98D-2EDE-444C-9638-8FF6CD2664D3}" type="presParOf" srcId="{C2FDEC8C-E2B9-4774-8D9D-AED7D6C0D55B}" destId="{76F0F519-C6AB-4F1F-811F-8B1997A864A2}" srcOrd="3" destOrd="0" presId="urn:microsoft.com/office/officeart/2018/5/layout/IconCircleLabelList"/>
    <dgm:cxn modelId="{19C63FC8-0594-449D-A08D-305DFCF0CBD4}" type="presParOf" srcId="{C2FDEC8C-E2B9-4774-8D9D-AED7D6C0D55B}" destId="{5D2065B8-BF24-455A-8EE1-5E67BE48B81B}" srcOrd="4" destOrd="0" presId="urn:microsoft.com/office/officeart/2018/5/layout/IconCircleLabelList"/>
    <dgm:cxn modelId="{86ED7525-E879-4DEE-A666-5D002482EDBA}" type="presParOf" srcId="{5D2065B8-BF24-455A-8EE1-5E67BE48B81B}" destId="{D24D21FC-62C1-4CB3-8209-8661C3C79008}" srcOrd="0" destOrd="0" presId="urn:microsoft.com/office/officeart/2018/5/layout/IconCircleLabelList"/>
    <dgm:cxn modelId="{DFE4A2C8-4258-4933-A18C-D12BA15A1659}" type="presParOf" srcId="{5D2065B8-BF24-455A-8EE1-5E67BE48B81B}" destId="{E1CCDF7A-EBE7-495D-AEE1-FE9FEEA33C81}" srcOrd="1" destOrd="0" presId="urn:microsoft.com/office/officeart/2018/5/layout/IconCircleLabelList"/>
    <dgm:cxn modelId="{CAF013D0-25C7-4A25-8C99-6600A2411030}" type="presParOf" srcId="{5D2065B8-BF24-455A-8EE1-5E67BE48B81B}" destId="{AFF203E1-34B6-48E2-B5D4-C37BA4CDBE3D}" srcOrd="2" destOrd="0" presId="urn:microsoft.com/office/officeart/2018/5/layout/IconCircleLabelList"/>
    <dgm:cxn modelId="{4867945B-D8F6-460C-96CD-EDEBC12F2030}" type="presParOf" srcId="{5D2065B8-BF24-455A-8EE1-5E67BE48B81B}" destId="{1B26A24F-F4FA-4000-B231-980697CE6BC5}" srcOrd="3" destOrd="0" presId="urn:microsoft.com/office/officeart/2018/5/layout/IconCircleLabelList"/>
    <dgm:cxn modelId="{4CA7B7EC-EB84-4F14-80C6-4E691030B988}" type="presParOf" srcId="{C2FDEC8C-E2B9-4774-8D9D-AED7D6C0D55B}" destId="{51C87337-A8F2-49D7-9000-D0F5AEC2A3E0}" srcOrd="5" destOrd="0" presId="urn:microsoft.com/office/officeart/2018/5/layout/IconCircleLabelList"/>
    <dgm:cxn modelId="{67E4772B-4720-4C68-9D42-81314937C9DA}" type="presParOf" srcId="{C2FDEC8C-E2B9-4774-8D9D-AED7D6C0D55B}" destId="{8CE0322A-4FD6-41C9-8DFD-125E5558BCB9}" srcOrd="6" destOrd="0" presId="urn:microsoft.com/office/officeart/2018/5/layout/IconCircleLabelList"/>
    <dgm:cxn modelId="{727DBF10-5A59-415F-B619-40A197D93C61}" type="presParOf" srcId="{8CE0322A-4FD6-41C9-8DFD-125E5558BCB9}" destId="{150E4B2C-C413-4BF2-BE44-61CABB4D422E}" srcOrd="0" destOrd="0" presId="urn:microsoft.com/office/officeart/2018/5/layout/IconCircleLabelList"/>
    <dgm:cxn modelId="{5565CCAE-8316-4B9C-A3F1-FBEBAC786C11}" type="presParOf" srcId="{8CE0322A-4FD6-41C9-8DFD-125E5558BCB9}" destId="{338E22CF-4E7D-49DB-8D62-BFBE95644B7C}" srcOrd="1" destOrd="0" presId="urn:microsoft.com/office/officeart/2018/5/layout/IconCircleLabelList"/>
    <dgm:cxn modelId="{3653481C-751D-4CC5-AF62-7568CD7CC61B}" type="presParOf" srcId="{8CE0322A-4FD6-41C9-8DFD-125E5558BCB9}" destId="{A4134F78-74E5-417C-9450-B5A5408E0982}" srcOrd="2" destOrd="0" presId="urn:microsoft.com/office/officeart/2018/5/layout/IconCircleLabelList"/>
    <dgm:cxn modelId="{6695926F-0E7D-43AB-BCF2-BEF666B02D12}" type="presParOf" srcId="{8CE0322A-4FD6-41C9-8DFD-125E5558BCB9}" destId="{4E04CA18-7F92-4C8F-B31C-B8DC9BFFC00B}" srcOrd="3" destOrd="0" presId="urn:microsoft.com/office/officeart/2018/5/layout/IconCircleLabelList"/>
    <dgm:cxn modelId="{BC289181-5D69-4D1A-ACA9-0500CD42AFE9}" type="presParOf" srcId="{C2FDEC8C-E2B9-4774-8D9D-AED7D6C0D55B}" destId="{6A22E40D-3490-43F6-BFBB-88887609320F}" srcOrd="7" destOrd="0" presId="urn:microsoft.com/office/officeart/2018/5/layout/IconCircleLabelList"/>
    <dgm:cxn modelId="{08FC0DA2-D0C0-4E63-979A-0F1E080AB05D}" type="presParOf" srcId="{C2FDEC8C-E2B9-4774-8D9D-AED7D6C0D55B}" destId="{862E03AE-4DC1-45B4-ACA6-12DC9646DF09}" srcOrd="8" destOrd="0" presId="urn:microsoft.com/office/officeart/2018/5/layout/IconCircleLabelList"/>
    <dgm:cxn modelId="{F01F18CA-5027-4074-B967-F6F5E44331F6}" type="presParOf" srcId="{862E03AE-4DC1-45B4-ACA6-12DC9646DF09}" destId="{FB9B0F2E-A209-4355-A025-0CC7EDD3BBA7}" srcOrd="0" destOrd="0" presId="urn:microsoft.com/office/officeart/2018/5/layout/IconCircleLabelList"/>
    <dgm:cxn modelId="{BF180951-5F48-4680-A09A-9F2976F5414A}" type="presParOf" srcId="{862E03AE-4DC1-45B4-ACA6-12DC9646DF09}" destId="{65ED3257-C9EC-49C5-B86D-6D93DABEBEEB}" srcOrd="1" destOrd="0" presId="urn:microsoft.com/office/officeart/2018/5/layout/IconCircleLabelList"/>
    <dgm:cxn modelId="{DBC06EF7-DBB8-4C6B-935E-6B0B0CA29BB9}" type="presParOf" srcId="{862E03AE-4DC1-45B4-ACA6-12DC9646DF09}" destId="{70DBFBC5-BFFA-4A86-92C2-38A37C3BA021}" srcOrd="2" destOrd="0" presId="urn:microsoft.com/office/officeart/2018/5/layout/IconCircleLabelList"/>
    <dgm:cxn modelId="{6AC46EC9-AC0D-4D8E-897E-B1F66DA44651}" type="presParOf" srcId="{862E03AE-4DC1-45B4-ACA6-12DC9646DF09}" destId="{164D16BE-1508-46AB-8E58-77F8E5A2FFCC}" srcOrd="3" destOrd="0" presId="urn:microsoft.com/office/officeart/2018/5/layout/IconCircleLabel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F4EA3051-5518-4A68-9136-046CAA7BA59D}" type="doc">
      <dgm:prSet loTypeId="urn:microsoft.com/office/officeart/2018/5/layout/IconCircleLabelList" loCatId="icon" qsTypeId="urn:microsoft.com/office/officeart/2005/8/quickstyle/simple1" qsCatId="simple" csTypeId="urn:microsoft.com/office/officeart/2005/8/colors/accent1_2" csCatId="accent1" phldr="1"/>
      <dgm:spPr/>
      <dgm:t>
        <a:bodyPr rtlCol="0"/>
        <a:lstStyle/>
        <a:p>
          <a:pPr rtl="0"/>
          <a:endParaRPr lang="en-US"/>
        </a:p>
      </dgm:t>
    </dgm:pt>
    <dgm:pt modelId="{18E90AE3-4EFE-423C-815C-68AB5448380C}">
      <dgm:prSet custT="1"/>
      <dgm:spPr/>
      <dgm:t>
        <a:bodyPr rtlCol="0"/>
        <a:lstStyle/>
        <a:p>
          <a:pPr>
            <a:lnSpc>
              <a:spcPct val="100000"/>
            </a:lnSpc>
            <a:defRPr cap="all"/>
          </a:pPr>
          <a:r>
            <a:rPr lang="ja-JP" altLang="en-US" sz="1800" cap="none" noProof="0" dirty="0">
              <a:latin typeface="Meiryo UI" panose="020B0604030504040204" pitchFamily="50" charset="-128"/>
              <a:ea typeface="Meiryo UI" panose="020B0604030504040204" pitchFamily="50" charset="-128"/>
            </a:rPr>
            <a:t>記録</a:t>
          </a:r>
        </a:p>
      </dgm:t>
    </dgm:pt>
    <dgm:pt modelId="{41D92FFC-2A03-43B5-AD1E-1CCAB508BEDB}" type="parTrans" cxnId="{323BDA44-20D3-459D-ADA7-2B127C61C413}">
      <dgm:prSet/>
      <dgm:spPr/>
      <dgm:t>
        <a:bodyPr rtlCol="0"/>
        <a:lstStyle/>
        <a:p>
          <a:pPr rtl="0"/>
          <a:endParaRPr lang="ja-JP" altLang="en-US" sz="1800" noProof="0" dirty="0">
            <a:latin typeface="Meiryo UI" panose="020B0604030504040204" pitchFamily="50" charset="-128"/>
            <a:ea typeface="Meiryo UI" panose="020B0604030504040204" pitchFamily="50" charset="-128"/>
          </a:endParaRPr>
        </a:p>
      </dgm:t>
    </dgm:pt>
    <dgm:pt modelId="{5EED4C3B-3262-4298-8922-070C75285238}" type="sibTrans" cxnId="{323BDA44-20D3-459D-ADA7-2B127C61C413}">
      <dgm:prSet/>
      <dgm:spPr/>
      <dgm:t>
        <a:bodyPr rtlCol="0"/>
        <a:lstStyle/>
        <a:p>
          <a:pPr rtl="0"/>
          <a:endParaRPr lang="ja-JP" altLang="en-US" sz="1800" noProof="0" dirty="0">
            <a:latin typeface="Meiryo UI" panose="020B0604030504040204" pitchFamily="50" charset="-128"/>
            <a:ea typeface="Meiryo UI" panose="020B0604030504040204" pitchFamily="50" charset="-128"/>
          </a:endParaRPr>
        </a:p>
      </dgm:t>
    </dgm:pt>
    <dgm:pt modelId="{C6F41633-0FF0-486A-B30E-1ED0E1D05A80}">
      <dgm:prSet custT="1"/>
      <dgm:spPr/>
      <dgm:t>
        <a:bodyPr rtlCol="0"/>
        <a:lstStyle/>
        <a:p>
          <a:pPr>
            <a:lnSpc>
              <a:spcPct val="100000"/>
            </a:lnSpc>
            <a:defRPr cap="all"/>
          </a:pPr>
          <a:r>
            <a:rPr lang="ja-JP" altLang="en-US" sz="1800" cap="none" noProof="0" dirty="0">
              <a:latin typeface="Meiryo UI" panose="020B0604030504040204" pitchFamily="50" charset="-128"/>
              <a:ea typeface="Meiryo UI" panose="020B0604030504040204" pitchFamily="50" charset="-128"/>
            </a:rPr>
            <a:t>リマインダー機能</a:t>
          </a:r>
        </a:p>
      </dgm:t>
    </dgm:pt>
    <dgm:pt modelId="{8CFF2197-1A2B-4DB8-BB31-03AF3BE2A35D}" type="parTrans" cxnId="{6DD35841-89A1-4549-85C7-92BF0106B3BF}">
      <dgm:prSet/>
      <dgm:spPr/>
      <dgm:t>
        <a:bodyPr rtlCol="0"/>
        <a:lstStyle/>
        <a:p>
          <a:pPr rtl="0"/>
          <a:endParaRPr lang="ja-JP" altLang="en-US" sz="1800" noProof="0" dirty="0">
            <a:latin typeface="Meiryo UI" panose="020B0604030504040204" pitchFamily="50" charset="-128"/>
            <a:ea typeface="Meiryo UI" panose="020B0604030504040204" pitchFamily="50" charset="-128"/>
          </a:endParaRPr>
        </a:p>
      </dgm:t>
    </dgm:pt>
    <dgm:pt modelId="{5BC5CE78-D653-4B24-A128-6A4D23EB6487}" type="sibTrans" cxnId="{6DD35841-89A1-4549-85C7-92BF0106B3BF}">
      <dgm:prSet/>
      <dgm:spPr/>
      <dgm:t>
        <a:bodyPr rtlCol="0"/>
        <a:lstStyle/>
        <a:p>
          <a:pPr rtl="0"/>
          <a:endParaRPr lang="ja-JP" altLang="en-US" sz="1800" noProof="0" dirty="0">
            <a:latin typeface="Meiryo UI" panose="020B0604030504040204" pitchFamily="50" charset="-128"/>
            <a:ea typeface="Meiryo UI" panose="020B0604030504040204" pitchFamily="50" charset="-128"/>
          </a:endParaRPr>
        </a:p>
      </dgm:t>
    </dgm:pt>
    <dgm:pt modelId="{B71CA56F-3FE0-4E91-A288-148D1A219531}">
      <dgm:prSet custT="1"/>
      <dgm:spPr/>
      <dgm:t>
        <a:bodyPr rtlCol="0"/>
        <a:lstStyle/>
        <a:p>
          <a:pPr>
            <a:lnSpc>
              <a:spcPct val="100000"/>
            </a:lnSpc>
            <a:defRPr cap="all"/>
          </a:pPr>
          <a:r>
            <a:rPr lang="ja-JP" altLang="en-US" sz="1800" cap="none" noProof="0" dirty="0">
              <a:latin typeface="Meiryo UI" panose="020B0604030504040204" pitchFamily="50" charset="-128"/>
              <a:ea typeface="Meiryo UI" panose="020B0604030504040204" pitchFamily="50" charset="-128"/>
            </a:rPr>
            <a:t>比較機能</a:t>
          </a:r>
        </a:p>
      </dgm:t>
    </dgm:pt>
    <dgm:pt modelId="{F2CF152A-3C10-4163-A2A0-FCFEDA46A576}" type="parTrans" cxnId="{93986B1C-4F60-4F52-8B62-DB7BDCD7F3BA}">
      <dgm:prSet/>
      <dgm:spPr/>
      <dgm:t>
        <a:bodyPr rtlCol="0"/>
        <a:lstStyle/>
        <a:p>
          <a:pPr rtl="0"/>
          <a:endParaRPr lang="ja-JP" altLang="en-US" sz="1800" noProof="0" dirty="0">
            <a:latin typeface="Meiryo UI" panose="020B0604030504040204" pitchFamily="50" charset="-128"/>
            <a:ea typeface="Meiryo UI" panose="020B0604030504040204" pitchFamily="50" charset="-128"/>
          </a:endParaRPr>
        </a:p>
      </dgm:t>
    </dgm:pt>
    <dgm:pt modelId="{3551302F-D8DD-4233-8F96-BB798392283B}" type="sibTrans" cxnId="{93986B1C-4F60-4F52-8B62-DB7BDCD7F3BA}">
      <dgm:prSet/>
      <dgm:spPr/>
      <dgm:t>
        <a:bodyPr rtlCol="0"/>
        <a:lstStyle/>
        <a:p>
          <a:pPr rtl="0"/>
          <a:endParaRPr lang="ja-JP" altLang="en-US" sz="1800" noProof="0" dirty="0">
            <a:latin typeface="Meiryo UI" panose="020B0604030504040204" pitchFamily="50" charset="-128"/>
            <a:ea typeface="Meiryo UI" panose="020B0604030504040204" pitchFamily="50" charset="-128"/>
          </a:endParaRPr>
        </a:p>
      </dgm:t>
    </dgm:pt>
    <dgm:pt modelId="{40445AAF-79D1-46B9-8D2F-1FE4E740F550}">
      <dgm:prSet custT="1"/>
      <dgm:spPr/>
      <dgm:t>
        <a:bodyPr rtlCol="0"/>
        <a:lstStyle/>
        <a:p>
          <a:pPr>
            <a:lnSpc>
              <a:spcPct val="100000"/>
            </a:lnSpc>
            <a:defRPr cap="all"/>
          </a:pPr>
          <a:r>
            <a:rPr lang="en-US" altLang="ja-JP" sz="1800" cap="none" noProof="0" dirty="0">
              <a:latin typeface="Meiryo UI" panose="020B0604030504040204" pitchFamily="50" charset="-128"/>
              <a:ea typeface="Meiryo UI" panose="020B0604030504040204" pitchFamily="50" charset="-128"/>
            </a:rPr>
            <a:t>AI</a:t>
          </a:r>
          <a:r>
            <a:rPr lang="ja-JP" altLang="en-US" sz="1800" cap="none" noProof="0" dirty="0">
              <a:latin typeface="Meiryo UI" panose="020B0604030504040204" pitchFamily="50" charset="-128"/>
              <a:ea typeface="Meiryo UI" panose="020B0604030504040204" pitchFamily="50" charset="-128"/>
            </a:rPr>
            <a:t>相談機能</a:t>
          </a:r>
        </a:p>
      </dgm:t>
    </dgm:pt>
    <dgm:pt modelId="{F4ED57A5-1437-4DDA-B79A-D8002E297C07}" type="parTrans" cxnId="{A804C30D-F5A2-425F-A93C-8ECFDAC90404}">
      <dgm:prSet/>
      <dgm:spPr/>
      <dgm:t>
        <a:bodyPr rtlCol="0"/>
        <a:lstStyle/>
        <a:p>
          <a:pPr rtl="0"/>
          <a:endParaRPr lang="ja-JP" altLang="en-US" sz="1800" noProof="0" dirty="0">
            <a:latin typeface="Meiryo UI" panose="020B0604030504040204" pitchFamily="50" charset="-128"/>
            <a:ea typeface="Meiryo UI" panose="020B0604030504040204" pitchFamily="50" charset="-128"/>
          </a:endParaRPr>
        </a:p>
      </dgm:t>
    </dgm:pt>
    <dgm:pt modelId="{54582B31-660E-455B-967C-39B58B2EE975}" type="sibTrans" cxnId="{A804C30D-F5A2-425F-A93C-8ECFDAC90404}">
      <dgm:prSet/>
      <dgm:spPr/>
      <dgm:t>
        <a:bodyPr rtlCol="0"/>
        <a:lstStyle/>
        <a:p>
          <a:pPr rtl="0"/>
          <a:endParaRPr lang="ja-JP" altLang="en-US" sz="1800" noProof="0" dirty="0">
            <a:latin typeface="Meiryo UI" panose="020B0604030504040204" pitchFamily="50" charset="-128"/>
            <a:ea typeface="Meiryo UI" panose="020B0604030504040204" pitchFamily="50" charset="-128"/>
          </a:endParaRPr>
        </a:p>
      </dgm:t>
    </dgm:pt>
    <dgm:pt modelId="{1006668B-E404-4D0E-AC57-884E8833AD9A}">
      <dgm:prSet custT="1"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kumimoji="1" lang="ja-JP" altLang="en-US" sz="1600" dirty="0"/>
            <a:t>カレンダー</a:t>
          </a:r>
        </a:p>
      </dgm:t>
    </dgm:pt>
    <dgm:pt modelId="{79410D41-4452-45A7-B151-5BFC3BC59A33}" type="parTrans" cxnId="{71EA88D2-C718-4D65-A7D9-4437A27AACFC}">
      <dgm:prSet/>
      <dgm:spPr/>
      <dgm:t>
        <a:bodyPr/>
        <a:lstStyle/>
        <a:p>
          <a:endParaRPr kumimoji="1" lang="ja-JP" altLang="en-US"/>
        </a:p>
      </dgm:t>
    </dgm:pt>
    <dgm:pt modelId="{563FC799-EE39-4C12-9030-1C3CB8646F6A}" type="sibTrans" cxnId="{71EA88D2-C718-4D65-A7D9-4437A27AACFC}">
      <dgm:prSet/>
      <dgm:spPr/>
      <dgm:t>
        <a:bodyPr/>
        <a:lstStyle/>
        <a:p>
          <a:endParaRPr kumimoji="1" lang="ja-JP" altLang="en-US"/>
        </a:p>
      </dgm:t>
    </dgm:pt>
    <dgm:pt modelId="{C2FDEC8C-E2B9-4774-8D9D-AED7D6C0D55B}" type="pres">
      <dgm:prSet presAssocID="{F4EA3051-5518-4A68-9136-046CAA7BA59D}" presName="root" presStyleCnt="0">
        <dgm:presLayoutVars>
          <dgm:dir/>
          <dgm:resizeHandles val="exact"/>
        </dgm:presLayoutVars>
      </dgm:prSet>
      <dgm:spPr/>
    </dgm:pt>
    <dgm:pt modelId="{D9AA7755-65D4-4A4F-B074-F7F866931976}" type="pres">
      <dgm:prSet presAssocID="{18E90AE3-4EFE-423C-815C-68AB5448380C}" presName="compNode" presStyleCnt="0"/>
      <dgm:spPr/>
    </dgm:pt>
    <dgm:pt modelId="{2FD584AC-334C-4D98-9E88-D4EE344FF90D}" type="pres">
      <dgm:prSet presAssocID="{18E90AE3-4EFE-423C-815C-68AB5448380C}" presName="iconBgRect" presStyleLbl="bgShp" presStyleIdx="0" presStyleCnt="5">
        <dgm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dgm:style>
      </dgm:prSet>
      <dgm:spPr>
        <a:xfrm>
          <a:off x="600792" y="596391"/>
          <a:ext cx="1449891" cy="1449891"/>
        </a:xfrm>
        <a:prstGeom prst="rect">
          <a:avLst/>
        </a:prstGeom>
        <a:ln/>
      </dgm:spPr>
    </dgm:pt>
    <dgm:pt modelId="{2E004ED0-9912-4313-AFA2-7904C1513343}" type="pres">
      <dgm:prSet presAssocID="{18E90AE3-4EFE-423C-815C-68AB5448380C}" presName="iconRect" presStyleLbl="node1" presStyleIdx="0" presStyleCnt="5"/>
      <dgm:spPr>
        <a:blipFill>
          <a:blip xmlns:r="http://schemas.openxmlformats.org/officeDocument/2006/relationships">
            <a:extLst>
              <a:ext uri="{96DAC541-7B7A-43D3-8B79-37D633B846F1}">
                <asvg:svgBlip xmlns:asvg="http://schemas.microsoft.com/office/drawing/2016/SVG/main" r:embed="rId1"/>
              </a:ext>
            </a:extLst>
          </a:blip>
          <a:srcRect/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カリグラフィ用ペン 単色塗りつぶし"/>
        </a:ext>
      </dgm:extLst>
    </dgm:pt>
    <dgm:pt modelId="{C7850D4C-BD15-4810-8DA4-9F6899FBDB2F}" type="pres">
      <dgm:prSet presAssocID="{18E90AE3-4EFE-423C-815C-68AB5448380C}" presName="spaceRect" presStyleCnt="0"/>
      <dgm:spPr/>
    </dgm:pt>
    <dgm:pt modelId="{97947764-D5E2-4B83-8EAA-EA54408B4F84}" type="pres">
      <dgm:prSet presAssocID="{18E90AE3-4EFE-423C-815C-68AB5448380C}" presName="textRect" presStyleLbl="revTx" presStyleIdx="0" presStyleCnt="5">
        <dgm:presLayoutVars>
          <dgm:chMax val="1"/>
          <dgm:chPref val="1"/>
        </dgm:presLayoutVars>
      </dgm:prSet>
      <dgm:spPr/>
    </dgm:pt>
    <dgm:pt modelId="{2818E4B9-6416-4482-9782-ECF7FF702856}" type="pres">
      <dgm:prSet presAssocID="{5EED4C3B-3262-4298-8922-070C75285238}" presName="sibTrans" presStyleCnt="0"/>
      <dgm:spPr/>
    </dgm:pt>
    <dgm:pt modelId="{727976DF-086B-438C-BD83-51D09CBD4EC7}" type="pres">
      <dgm:prSet presAssocID="{1006668B-E404-4D0E-AC57-884E8833AD9A}" presName="compNode" presStyleCnt="0"/>
      <dgm:spPr/>
    </dgm:pt>
    <dgm:pt modelId="{C9A6B413-DF12-4ECB-A750-22F04AEB749A}" type="pres">
      <dgm:prSet presAssocID="{1006668B-E404-4D0E-AC57-884E8833AD9A}" presName="iconBgRect" presStyleLbl="bgShp" presStyleIdx="1" presStyleCnt="5">
        <dgm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4"/>
          </a:fontRef>
        </dgm:style>
      </dgm:prSet>
      <dgm:spPr>
        <a:prstGeom prst="rect">
          <a:avLst/>
        </a:prstGeom>
        <a:noFill/>
        <a:ln w="9525" cap="flat" cmpd="sng" algn="ctr">
          <a:solidFill>
            <a:schemeClr val="accent4"/>
          </a:solidFill>
          <a:prstDash val="solid"/>
          <a:round/>
          <a:headEnd type="none" w="med" len="med"/>
          <a:tailEnd type="none" w="med" len="med"/>
        </a:ln>
      </dgm:spPr>
    </dgm:pt>
    <dgm:pt modelId="{FB385EEE-89F7-4362-8928-597D4AEB1EE2}" type="pres">
      <dgm:prSet presAssocID="{1006668B-E404-4D0E-AC57-884E8833AD9A}" presName="iconRect" presStyleLbl="node1" presStyleIdx="1" presStyleCnt="5"/>
      <dgm:spPr>
        <a:blipFill>
          <a:blip xmlns:r="http://schemas.openxmlformats.org/officeDocument/2006/relationships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フリップ式カレンダー 単色塗りつぶし"/>
        </a:ext>
      </dgm:extLst>
    </dgm:pt>
    <dgm:pt modelId="{04C98C2E-1FAF-4098-873A-70651A547E35}" type="pres">
      <dgm:prSet presAssocID="{1006668B-E404-4D0E-AC57-884E8833AD9A}" presName="spaceRect" presStyleCnt="0"/>
      <dgm:spPr/>
    </dgm:pt>
    <dgm:pt modelId="{EE4235EB-624E-4BCF-96F5-28DA4681F08B}" type="pres">
      <dgm:prSet presAssocID="{1006668B-E404-4D0E-AC57-884E8833AD9A}" presName="textRect" presStyleLbl="revTx" presStyleIdx="1" presStyleCnt="5">
        <dgm:presLayoutVars>
          <dgm:chMax val="1"/>
          <dgm:chPref val="1"/>
        </dgm:presLayoutVars>
      </dgm:prSet>
      <dgm:spPr/>
    </dgm:pt>
    <dgm:pt modelId="{76F0F519-C6AB-4F1F-811F-8B1997A864A2}" type="pres">
      <dgm:prSet presAssocID="{563FC799-EE39-4C12-9030-1C3CB8646F6A}" presName="sibTrans" presStyleCnt="0"/>
      <dgm:spPr/>
    </dgm:pt>
    <dgm:pt modelId="{5D2065B8-BF24-455A-8EE1-5E67BE48B81B}" type="pres">
      <dgm:prSet presAssocID="{C6F41633-0FF0-486A-B30E-1ED0E1D05A80}" presName="compNode" presStyleCnt="0"/>
      <dgm:spPr/>
    </dgm:pt>
    <dgm:pt modelId="{D24D21FC-62C1-4CB3-8209-8661C3C79008}" type="pres">
      <dgm:prSet presAssocID="{C6F41633-0FF0-486A-B30E-1ED0E1D05A80}" presName="iconBgRect" presStyleLbl="bgShp" presStyleIdx="2" presStyleCnt="5">
        <dgm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dgm:style>
      </dgm:prSet>
      <dgm:spPr>
        <a:xfrm>
          <a:off x="3393616" y="596391"/>
          <a:ext cx="1449891" cy="1449891"/>
        </a:xfrm>
        <a:prstGeom prst="rect">
          <a:avLst/>
        </a:prstGeom>
        <a:ln/>
      </dgm:spPr>
    </dgm:pt>
    <dgm:pt modelId="{E1CCDF7A-EBE7-495D-AEE1-FE9FEEA33C81}" type="pres">
      <dgm:prSet presAssocID="{C6F41633-0FF0-486A-B30E-1ED0E1D05A80}" presName="iconRect" presStyleLbl="node1" presStyleIdx="2" presStyleCnt="5"/>
      <dgm:spPr>
        <a:blipFill>
          <a:blip xmlns:r="http://schemas.openxmlformats.org/officeDocument/2006/relationships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目覚まし時計 単色塗りつぶし"/>
        </a:ext>
      </dgm:extLst>
    </dgm:pt>
    <dgm:pt modelId="{AFF203E1-34B6-48E2-B5D4-C37BA4CDBE3D}" type="pres">
      <dgm:prSet presAssocID="{C6F41633-0FF0-486A-B30E-1ED0E1D05A80}" presName="spaceRect" presStyleCnt="0"/>
      <dgm:spPr/>
    </dgm:pt>
    <dgm:pt modelId="{1B26A24F-F4FA-4000-B231-980697CE6BC5}" type="pres">
      <dgm:prSet presAssocID="{C6F41633-0FF0-486A-B30E-1ED0E1D05A80}" presName="textRect" presStyleLbl="revTx" presStyleIdx="2" presStyleCnt="5">
        <dgm:presLayoutVars>
          <dgm:chMax val="1"/>
          <dgm:chPref val="1"/>
        </dgm:presLayoutVars>
      </dgm:prSet>
      <dgm:spPr/>
    </dgm:pt>
    <dgm:pt modelId="{51C87337-A8F2-49D7-9000-D0F5AEC2A3E0}" type="pres">
      <dgm:prSet presAssocID="{5BC5CE78-D653-4B24-A128-6A4D23EB6487}" presName="sibTrans" presStyleCnt="0"/>
      <dgm:spPr/>
    </dgm:pt>
    <dgm:pt modelId="{8CE0322A-4FD6-41C9-8DFD-125E5558BCB9}" type="pres">
      <dgm:prSet presAssocID="{B71CA56F-3FE0-4E91-A288-148D1A219531}" presName="compNode" presStyleCnt="0"/>
      <dgm:spPr/>
    </dgm:pt>
    <dgm:pt modelId="{150E4B2C-C413-4BF2-BE44-61CABB4D422E}" type="pres">
      <dgm:prSet presAssocID="{B71CA56F-3FE0-4E91-A288-148D1A219531}" presName="iconBgRect" presStyleLbl="bgShp" presStyleIdx="3" presStyleCnt="5">
        <dgm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dgm:style>
      </dgm:prSet>
      <dgm:spPr>
        <a:xfrm>
          <a:off x="6186441" y="596391"/>
          <a:ext cx="1449891" cy="1449891"/>
        </a:xfrm>
        <a:prstGeom prst="rect">
          <a:avLst/>
        </a:prstGeom>
        <a:noFill/>
        <a:ln w="9525" cap="flat" cmpd="sng" algn="ctr">
          <a:solidFill>
            <a:schemeClr val="accent1"/>
          </a:solidFill>
          <a:prstDash val="solid"/>
          <a:round/>
          <a:headEnd type="none" w="med" len="med"/>
          <a:tailEnd type="none" w="med" len="med"/>
        </a:ln>
      </dgm:spPr>
    </dgm:pt>
    <dgm:pt modelId="{338E22CF-4E7D-49DB-8D62-BFBE95644B7C}" type="pres">
      <dgm:prSet presAssocID="{B71CA56F-3FE0-4E91-A288-148D1A219531}" presName="iconRect" presStyleLbl="node1" presStyleIdx="3" presStyleCnt="5"/>
      <dgm:spPr>
        <a:blipFill>
          <a:blip xmlns:r="http://schemas.openxmlformats.org/officeDocument/2006/relationships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リスト 単色塗りつぶし"/>
        </a:ext>
      </dgm:extLst>
    </dgm:pt>
    <dgm:pt modelId="{A4134F78-74E5-417C-9450-B5A5408E0982}" type="pres">
      <dgm:prSet presAssocID="{B71CA56F-3FE0-4E91-A288-148D1A219531}" presName="spaceRect" presStyleCnt="0"/>
      <dgm:spPr/>
    </dgm:pt>
    <dgm:pt modelId="{4E04CA18-7F92-4C8F-B31C-B8DC9BFFC00B}" type="pres">
      <dgm:prSet presAssocID="{B71CA56F-3FE0-4E91-A288-148D1A219531}" presName="textRect" presStyleLbl="revTx" presStyleIdx="3" presStyleCnt="5">
        <dgm:presLayoutVars>
          <dgm:chMax val="1"/>
          <dgm:chPref val="1"/>
        </dgm:presLayoutVars>
      </dgm:prSet>
      <dgm:spPr/>
    </dgm:pt>
    <dgm:pt modelId="{6A22E40D-3490-43F6-BFBB-88887609320F}" type="pres">
      <dgm:prSet presAssocID="{3551302F-D8DD-4233-8F96-BB798392283B}" presName="sibTrans" presStyleCnt="0"/>
      <dgm:spPr/>
    </dgm:pt>
    <dgm:pt modelId="{862E03AE-4DC1-45B4-ACA6-12DC9646DF09}" type="pres">
      <dgm:prSet presAssocID="{40445AAF-79D1-46B9-8D2F-1FE4E740F550}" presName="compNode" presStyleCnt="0"/>
      <dgm:spPr/>
    </dgm:pt>
    <dgm:pt modelId="{FB9B0F2E-A209-4355-A025-0CC7EDD3BBA7}" type="pres">
      <dgm:prSet presAssocID="{40445AAF-79D1-46B9-8D2F-1FE4E740F550}" presName="iconBgRect" presStyleLbl="bgShp" presStyleIdx="4" presStyleCnt="5"/>
      <dgm:spPr>
        <a:xfrm>
          <a:off x="8979265" y="596391"/>
          <a:ext cx="1449891" cy="1449891"/>
        </a:xfrm>
        <a:prstGeom prst="rect">
          <a:avLst/>
        </a:prstGeom>
        <a:noFill/>
        <a:ln>
          <a:solidFill>
            <a:schemeClr val="accent1"/>
          </a:solidFill>
          <a:prstDash val="sysDash"/>
        </a:ln>
      </dgm:spPr>
    </dgm:pt>
    <dgm:pt modelId="{65ED3257-C9EC-49C5-B86D-6D93DABEBEEB}" type="pres">
      <dgm:prSet presAssocID="{40445AAF-79D1-46B9-8D2F-1FE4E740F550}" presName="iconRect" presStyleLbl="node1" presStyleIdx="4" presStyleCnt="5"/>
      <dgm:spPr>
        <a:blipFill>
          <a:blip xmlns:r="http://schemas.openxmlformats.org/officeDocument/2006/relationships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ワシ 単色塗りつぶし"/>
        </a:ext>
      </dgm:extLst>
    </dgm:pt>
    <dgm:pt modelId="{70DBFBC5-BFFA-4A86-92C2-38A37C3BA021}" type="pres">
      <dgm:prSet presAssocID="{40445AAF-79D1-46B9-8D2F-1FE4E740F550}" presName="spaceRect" presStyleCnt="0"/>
      <dgm:spPr/>
    </dgm:pt>
    <dgm:pt modelId="{164D16BE-1508-46AB-8E58-77F8E5A2FFCC}" type="pres">
      <dgm:prSet presAssocID="{40445AAF-79D1-46B9-8D2F-1FE4E740F550}" presName="textRect" presStyleLbl="revTx" presStyleIdx="4" presStyleCnt="5">
        <dgm:presLayoutVars>
          <dgm:chMax val="1"/>
          <dgm:chPref val="1"/>
        </dgm:presLayoutVars>
      </dgm:prSet>
      <dgm:spPr/>
    </dgm:pt>
  </dgm:ptLst>
  <dgm:cxnLst>
    <dgm:cxn modelId="{64DA8700-2F2A-4FDC-A219-6F77F6166F6C}" type="presOf" srcId="{40445AAF-79D1-46B9-8D2F-1FE4E740F550}" destId="{164D16BE-1508-46AB-8E58-77F8E5A2FFCC}" srcOrd="0" destOrd="0" presId="urn:microsoft.com/office/officeart/2018/5/layout/IconCircleLabelList"/>
    <dgm:cxn modelId="{A804C30D-F5A2-425F-A93C-8ECFDAC90404}" srcId="{F4EA3051-5518-4A68-9136-046CAA7BA59D}" destId="{40445AAF-79D1-46B9-8D2F-1FE4E740F550}" srcOrd="4" destOrd="0" parTransId="{F4ED57A5-1437-4DDA-B79A-D8002E297C07}" sibTransId="{54582B31-660E-455B-967C-39B58B2EE975}"/>
    <dgm:cxn modelId="{93986B1C-4F60-4F52-8B62-DB7BDCD7F3BA}" srcId="{F4EA3051-5518-4A68-9136-046CAA7BA59D}" destId="{B71CA56F-3FE0-4E91-A288-148D1A219531}" srcOrd="3" destOrd="0" parTransId="{F2CF152A-3C10-4163-A2A0-FCFEDA46A576}" sibTransId="{3551302F-D8DD-4233-8F96-BB798392283B}"/>
    <dgm:cxn modelId="{6DD35841-89A1-4549-85C7-92BF0106B3BF}" srcId="{F4EA3051-5518-4A68-9136-046CAA7BA59D}" destId="{C6F41633-0FF0-486A-B30E-1ED0E1D05A80}" srcOrd="2" destOrd="0" parTransId="{8CFF2197-1A2B-4DB8-BB31-03AF3BE2A35D}" sibTransId="{5BC5CE78-D653-4B24-A128-6A4D23EB6487}"/>
    <dgm:cxn modelId="{323BDA44-20D3-459D-ADA7-2B127C61C413}" srcId="{F4EA3051-5518-4A68-9136-046CAA7BA59D}" destId="{18E90AE3-4EFE-423C-815C-68AB5448380C}" srcOrd="0" destOrd="0" parTransId="{41D92FFC-2A03-43B5-AD1E-1CCAB508BEDB}" sibTransId="{5EED4C3B-3262-4298-8922-070C75285238}"/>
    <dgm:cxn modelId="{9829035A-CF7D-4D90-937E-DE2D1F298FC5}" type="presOf" srcId="{18E90AE3-4EFE-423C-815C-68AB5448380C}" destId="{97947764-D5E2-4B83-8EAA-EA54408B4F84}" srcOrd="0" destOrd="0" presId="urn:microsoft.com/office/officeart/2018/5/layout/IconCircleLabelList"/>
    <dgm:cxn modelId="{3DFF7089-BF55-4C97-9284-BBCA08C87083}" type="presOf" srcId="{C6F41633-0FF0-486A-B30E-1ED0E1D05A80}" destId="{1B26A24F-F4FA-4000-B231-980697CE6BC5}" srcOrd="0" destOrd="0" presId="urn:microsoft.com/office/officeart/2018/5/layout/IconCircleLabelList"/>
    <dgm:cxn modelId="{678EE49E-C1B3-48E5-9BF4-3D66C242F898}" type="presOf" srcId="{F4EA3051-5518-4A68-9136-046CAA7BA59D}" destId="{C2FDEC8C-E2B9-4774-8D9D-AED7D6C0D55B}" srcOrd="0" destOrd="0" presId="urn:microsoft.com/office/officeart/2018/5/layout/IconCircleLabelList"/>
    <dgm:cxn modelId="{413965BD-D74F-4307-A43C-89B417F384CE}" type="presOf" srcId="{B71CA56F-3FE0-4E91-A288-148D1A219531}" destId="{4E04CA18-7F92-4C8F-B31C-B8DC9BFFC00B}" srcOrd="0" destOrd="0" presId="urn:microsoft.com/office/officeart/2018/5/layout/IconCircleLabelList"/>
    <dgm:cxn modelId="{56CFD1CF-8912-46C0-A712-3C289F87C6C3}" type="presOf" srcId="{1006668B-E404-4D0E-AC57-884E8833AD9A}" destId="{EE4235EB-624E-4BCF-96F5-28DA4681F08B}" srcOrd="0" destOrd="0" presId="urn:microsoft.com/office/officeart/2018/5/layout/IconCircleLabelList"/>
    <dgm:cxn modelId="{71EA88D2-C718-4D65-A7D9-4437A27AACFC}" srcId="{F4EA3051-5518-4A68-9136-046CAA7BA59D}" destId="{1006668B-E404-4D0E-AC57-884E8833AD9A}" srcOrd="1" destOrd="0" parTransId="{79410D41-4452-45A7-B151-5BFC3BC59A33}" sibTransId="{563FC799-EE39-4C12-9030-1C3CB8646F6A}"/>
    <dgm:cxn modelId="{79FD1E3D-7AA1-4229-8852-1B03C28C9F43}" type="presParOf" srcId="{C2FDEC8C-E2B9-4774-8D9D-AED7D6C0D55B}" destId="{D9AA7755-65D4-4A4F-B074-F7F866931976}" srcOrd="0" destOrd="0" presId="urn:microsoft.com/office/officeart/2018/5/layout/IconCircleLabelList"/>
    <dgm:cxn modelId="{B2AE4C3B-6679-4168-94DF-B7109BE39D04}" type="presParOf" srcId="{D9AA7755-65D4-4A4F-B074-F7F866931976}" destId="{2FD584AC-334C-4D98-9E88-D4EE344FF90D}" srcOrd="0" destOrd="0" presId="urn:microsoft.com/office/officeart/2018/5/layout/IconCircleLabelList"/>
    <dgm:cxn modelId="{63EB1EE7-501B-446C-BC25-320EDE2AC629}" type="presParOf" srcId="{D9AA7755-65D4-4A4F-B074-F7F866931976}" destId="{2E004ED0-9912-4313-AFA2-7904C1513343}" srcOrd="1" destOrd="0" presId="urn:microsoft.com/office/officeart/2018/5/layout/IconCircleLabelList"/>
    <dgm:cxn modelId="{CD8F03CD-825C-4D94-B420-D8259BCBD1EA}" type="presParOf" srcId="{D9AA7755-65D4-4A4F-B074-F7F866931976}" destId="{C7850D4C-BD15-4810-8DA4-9F6899FBDB2F}" srcOrd="2" destOrd="0" presId="urn:microsoft.com/office/officeart/2018/5/layout/IconCircleLabelList"/>
    <dgm:cxn modelId="{0DB5B47C-35FD-4FEB-BFB4-6AFED569B082}" type="presParOf" srcId="{D9AA7755-65D4-4A4F-B074-F7F866931976}" destId="{97947764-D5E2-4B83-8EAA-EA54408B4F84}" srcOrd="3" destOrd="0" presId="urn:microsoft.com/office/officeart/2018/5/layout/IconCircleLabelList"/>
    <dgm:cxn modelId="{EF0D7AE1-E9C4-4509-875C-D8F59679AF47}" type="presParOf" srcId="{C2FDEC8C-E2B9-4774-8D9D-AED7D6C0D55B}" destId="{2818E4B9-6416-4482-9782-ECF7FF702856}" srcOrd="1" destOrd="0" presId="urn:microsoft.com/office/officeart/2018/5/layout/IconCircleLabelList"/>
    <dgm:cxn modelId="{320E1312-7C7E-48DC-BBEF-66C7ECF72285}" type="presParOf" srcId="{C2FDEC8C-E2B9-4774-8D9D-AED7D6C0D55B}" destId="{727976DF-086B-438C-BD83-51D09CBD4EC7}" srcOrd="2" destOrd="0" presId="urn:microsoft.com/office/officeart/2018/5/layout/IconCircleLabelList"/>
    <dgm:cxn modelId="{1C928EEA-4030-47C5-917B-83DFCB2B5274}" type="presParOf" srcId="{727976DF-086B-438C-BD83-51D09CBD4EC7}" destId="{C9A6B413-DF12-4ECB-A750-22F04AEB749A}" srcOrd="0" destOrd="0" presId="urn:microsoft.com/office/officeart/2018/5/layout/IconCircleLabelList"/>
    <dgm:cxn modelId="{1FB46F00-DA3F-483C-9C1B-BC1A04E12342}" type="presParOf" srcId="{727976DF-086B-438C-BD83-51D09CBD4EC7}" destId="{FB385EEE-89F7-4362-8928-597D4AEB1EE2}" srcOrd="1" destOrd="0" presId="urn:microsoft.com/office/officeart/2018/5/layout/IconCircleLabelList"/>
    <dgm:cxn modelId="{5AE2BC62-BA87-4E94-B802-51B19350CC43}" type="presParOf" srcId="{727976DF-086B-438C-BD83-51D09CBD4EC7}" destId="{04C98C2E-1FAF-4098-873A-70651A547E35}" srcOrd="2" destOrd="0" presId="urn:microsoft.com/office/officeart/2018/5/layout/IconCircleLabelList"/>
    <dgm:cxn modelId="{2C5CAFF9-A7F8-4869-810F-AE1416974660}" type="presParOf" srcId="{727976DF-086B-438C-BD83-51D09CBD4EC7}" destId="{EE4235EB-624E-4BCF-96F5-28DA4681F08B}" srcOrd="3" destOrd="0" presId="urn:microsoft.com/office/officeart/2018/5/layout/IconCircleLabelList"/>
    <dgm:cxn modelId="{F7E9D98D-2EDE-444C-9638-8FF6CD2664D3}" type="presParOf" srcId="{C2FDEC8C-E2B9-4774-8D9D-AED7D6C0D55B}" destId="{76F0F519-C6AB-4F1F-811F-8B1997A864A2}" srcOrd="3" destOrd="0" presId="urn:microsoft.com/office/officeart/2018/5/layout/IconCircleLabelList"/>
    <dgm:cxn modelId="{19C63FC8-0594-449D-A08D-305DFCF0CBD4}" type="presParOf" srcId="{C2FDEC8C-E2B9-4774-8D9D-AED7D6C0D55B}" destId="{5D2065B8-BF24-455A-8EE1-5E67BE48B81B}" srcOrd="4" destOrd="0" presId="urn:microsoft.com/office/officeart/2018/5/layout/IconCircleLabelList"/>
    <dgm:cxn modelId="{86ED7525-E879-4DEE-A666-5D002482EDBA}" type="presParOf" srcId="{5D2065B8-BF24-455A-8EE1-5E67BE48B81B}" destId="{D24D21FC-62C1-4CB3-8209-8661C3C79008}" srcOrd="0" destOrd="0" presId="urn:microsoft.com/office/officeart/2018/5/layout/IconCircleLabelList"/>
    <dgm:cxn modelId="{DFE4A2C8-4258-4933-A18C-D12BA15A1659}" type="presParOf" srcId="{5D2065B8-BF24-455A-8EE1-5E67BE48B81B}" destId="{E1CCDF7A-EBE7-495D-AEE1-FE9FEEA33C81}" srcOrd="1" destOrd="0" presId="urn:microsoft.com/office/officeart/2018/5/layout/IconCircleLabelList"/>
    <dgm:cxn modelId="{CAF013D0-25C7-4A25-8C99-6600A2411030}" type="presParOf" srcId="{5D2065B8-BF24-455A-8EE1-5E67BE48B81B}" destId="{AFF203E1-34B6-48E2-B5D4-C37BA4CDBE3D}" srcOrd="2" destOrd="0" presId="urn:microsoft.com/office/officeart/2018/5/layout/IconCircleLabelList"/>
    <dgm:cxn modelId="{4867945B-D8F6-460C-96CD-EDEBC12F2030}" type="presParOf" srcId="{5D2065B8-BF24-455A-8EE1-5E67BE48B81B}" destId="{1B26A24F-F4FA-4000-B231-980697CE6BC5}" srcOrd="3" destOrd="0" presId="urn:microsoft.com/office/officeart/2018/5/layout/IconCircleLabelList"/>
    <dgm:cxn modelId="{4CA7B7EC-EB84-4F14-80C6-4E691030B988}" type="presParOf" srcId="{C2FDEC8C-E2B9-4774-8D9D-AED7D6C0D55B}" destId="{51C87337-A8F2-49D7-9000-D0F5AEC2A3E0}" srcOrd="5" destOrd="0" presId="urn:microsoft.com/office/officeart/2018/5/layout/IconCircleLabelList"/>
    <dgm:cxn modelId="{67E4772B-4720-4C68-9D42-81314937C9DA}" type="presParOf" srcId="{C2FDEC8C-E2B9-4774-8D9D-AED7D6C0D55B}" destId="{8CE0322A-4FD6-41C9-8DFD-125E5558BCB9}" srcOrd="6" destOrd="0" presId="urn:microsoft.com/office/officeart/2018/5/layout/IconCircleLabelList"/>
    <dgm:cxn modelId="{727DBF10-5A59-415F-B619-40A197D93C61}" type="presParOf" srcId="{8CE0322A-4FD6-41C9-8DFD-125E5558BCB9}" destId="{150E4B2C-C413-4BF2-BE44-61CABB4D422E}" srcOrd="0" destOrd="0" presId="urn:microsoft.com/office/officeart/2018/5/layout/IconCircleLabelList"/>
    <dgm:cxn modelId="{5565CCAE-8316-4B9C-A3F1-FBEBAC786C11}" type="presParOf" srcId="{8CE0322A-4FD6-41C9-8DFD-125E5558BCB9}" destId="{338E22CF-4E7D-49DB-8D62-BFBE95644B7C}" srcOrd="1" destOrd="0" presId="urn:microsoft.com/office/officeart/2018/5/layout/IconCircleLabelList"/>
    <dgm:cxn modelId="{3653481C-751D-4CC5-AF62-7568CD7CC61B}" type="presParOf" srcId="{8CE0322A-4FD6-41C9-8DFD-125E5558BCB9}" destId="{A4134F78-74E5-417C-9450-B5A5408E0982}" srcOrd="2" destOrd="0" presId="urn:microsoft.com/office/officeart/2018/5/layout/IconCircleLabelList"/>
    <dgm:cxn modelId="{6695926F-0E7D-43AB-BCF2-BEF666B02D12}" type="presParOf" srcId="{8CE0322A-4FD6-41C9-8DFD-125E5558BCB9}" destId="{4E04CA18-7F92-4C8F-B31C-B8DC9BFFC00B}" srcOrd="3" destOrd="0" presId="urn:microsoft.com/office/officeart/2018/5/layout/IconCircleLabelList"/>
    <dgm:cxn modelId="{BC289181-5D69-4D1A-ACA9-0500CD42AFE9}" type="presParOf" srcId="{C2FDEC8C-E2B9-4774-8D9D-AED7D6C0D55B}" destId="{6A22E40D-3490-43F6-BFBB-88887609320F}" srcOrd="7" destOrd="0" presId="urn:microsoft.com/office/officeart/2018/5/layout/IconCircleLabelList"/>
    <dgm:cxn modelId="{08FC0DA2-D0C0-4E63-979A-0F1E080AB05D}" type="presParOf" srcId="{C2FDEC8C-E2B9-4774-8D9D-AED7D6C0D55B}" destId="{862E03AE-4DC1-45B4-ACA6-12DC9646DF09}" srcOrd="8" destOrd="0" presId="urn:microsoft.com/office/officeart/2018/5/layout/IconCircleLabelList"/>
    <dgm:cxn modelId="{F01F18CA-5027-4074-B967-F6F5E44331F6}" type="presParOf" srcId="{862E03AE-4DC1-45B4-ACA6-12DC9646DF09}" destId="{FB9B0F2E-A209-4355-A025-0CC7EDD3BBA7}" srcOrd="0" destOrd="0" presId="urn:microsoft.com/office/officeart/2018/5/layout/IconCircleLabelList"/>
    <dgm:cxn modelId="{BF180951-5F48-4680-A09A-9F2976F5414A}" type="presParOf" srcId="{862E03AE-4DC1-45B4-ACA6-12DC9646DF09}" destId="{65ED3257-C9EC-49C5-B86D-6D93DABEBEEB}" srcOrd="1" destOrd="0" presId="urn:microsoft.com/office/officeart/2018/5/layout/IconCircleLabelList"/>
    <dgm:cxn modelId="{DBC06EF7-DBB8-4C6B-935E-6B0B0CA29BB9}" type="presParOf" srcId="{862E03AE-4DC1-45B4-ACA6-12DC9646DF09}" destId="{70DBFBC5-BFFA-4A86-92C2-38A37C3BA021}" srcOrd="2" destOrd="0" presId="urn:microsoft.com/office/officeart/2018/5/layout/IconCircleLabelList"/>
    <dgm:cxn modelId="{6AC46EC9-AC0D-4D8E-897E-B1F66DA44651}" type="presParOf" srcId="{862E03AE-4DC1-45B4-ACA6-12DC9646DF09}" destId="{164D16BE-1508-46AB-8E58-77F8E5A2FFCC}" srcOrd="3" destOrd="0" presId="urn:microsoft.com/office/officeart/2018/5/layout/IconCircleLabel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5211292-5724-4CF3-9B68-C9C37D007AE6}">
      <dsp:nvSpPr>
        <dsp:cNvPr id="0" name=""/>
        <dsp:cNvSpPr/>
      </dsp:nvSpPr>
      <dsp:spPr>
        <a:xfrm>
          <a:off x="0" y="324025"/>
          <a:ext cx="6377650" cy="1745598"/>
        </a:xfrm>
        <a:prstGeom prst="rect">
          <a:avLst/>
        </a:prstGeom>
        <a:noFill/>
        <a:ln w="38100" cap="sq" cmpd="dbl">
          <a:noFill/>
          <a:prstDash val="solid"/>
          <a:miter lim="800000"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63410B7-CA0F-43F4-960E-9DA7059AF511}">
      <dsp:nvSpPr>
        <dsp:cNvPr id="0" name=""/>
        <dsp:cNvSpPr/>
      </dsp:nvSpPr>
      <dsp:spPr>
        <a:xfrm>
          <a:off x="528043" y="716784"/>
          <a:ext cx="960079" cy="960079"/>
        </a:xfrm>
        <a:prstGeom prst="rect">
          <a:avLst/>
        </a:prstGeom>
        <a:blipFill>
          <a:blip xmlns:r="http://schemas.openxmlformats.org/officeDocument/2006/relationships" r:embed="rId1"/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B72B821-D3EB-46EE-BCA0-DA5A1D91AF84}">
      <dsp:nvSpPr>
        <dsp:cNvPr id="0" name=""/>
        <dsp:cNvSpPr/>
      </dsp:nvSpPr>
      <dsp:spPr>
        <a:xfrm>
          <a:off x="2016166" y="324025"/>
          <a:ext cx="4120291" cy="218199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30928" tIns="230928" rIns="230928" bIns="230928" numCol="1" spcCol="1270" rtlCol="0" anchor="ctr" anchorCtr="0">
          <a:noAutofit/>
        </a:bodyPr>
        <a:lstStyle/>
        <a:p>
          <a:pPr marL="0" lvl="0" indent="0" algn="l" defTabSz="8890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ja-JP" altLang="en-US" sz="2000" kern="1200" noProof="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rPr>
            <a:t>企業ごとにメモを開く必要があるので</a:t>
          </a:r>
          <a:endParaRPr lang="en-US" altLang="ja-JP" sz="2000" kern="1200" noProof="0" dirty="0">
            <a:solidFill>
              <a:schemeClr val="tx1"/>
            </a:solidFill>
            <a:latin typeface="Meiryo UI" panose="020B0604030504040204" pitchFamily="50" charset="-128"/>
            <a:ea typeface="Meiryo UI" panose="020B0604030504040204" pitchFamily="50" charset="-128"/>
          </a:endParaRPr>
        </a:p>
        <a:p>
          <a:pPr marL="0" lvl="0" indent="0" algn="l" defTabSz="8890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ja-JP" altLang="en-US" sz="2000" kern="1200" noProof="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rPr>
            <a:t>比較がしづらい</a:t>
          </a:r>
          <a:endParaRPr lang="en-US" altLang="ja-JP" sz="2000" kern="1200" noProof="0" dirty="0">
            <a:solidFill>
              <a:schemeClr val="tx1"/>
            </a:solidFill>
            <a:latin typeface="Meiryo UI" panose="020B0604030504040204" pitchFamily="50" charset="-128"/>
            <a:ea typeface="Meiryo UI" panose="020B0604030504040204" pitchFamily="50" charset="-128"/>
          </a:endParaRPr>
        </a:p>
        <a:p>
          <a:pPr marL="0" lvl="0" indent="0" algn="l" defTabSz="8890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ja-JP" altLang="en-US" sz="2800" kern="1200" noProof="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rPr>
            <a:t>（操作性の欠如）</a:t>
          </a:r>
          <a:endParaRPr lang="en-US" altLang="ja-JP" sz="2800" kern="1200" noProof="0" dirty="0">
            <a:solidFill>
              <a:schemeClr val="tx1"/>
            </a:solidFill>
            <a:latin typeface="Meiryo UI" panose="020B0604030504040204" pitchFamily="50" charset="-128"/>
            <a:ea typeface="Meiryo UI" panose="020B0604030504040204" pitchFamily="50" charset="-128"/>
          </a:endParaRPr>
        </a:p>
      </dsp:txBody>
      <dsp:txXfrm>
        <a:off x="2016166" y="324025"/>
        <a:ext cx="4120291" cy="2181998"/>
      </dsp:txXfrm>
    </dsp:sp>
    <dsp:sp modelId="{5EDC32A8-8A30-43AA-B28C-4DE1051927E9}">
      <dsp:nvSpPr>
        <dsp:cNvPr id="0" name=""/>
        <dsp:cNvSpPr/>
      </dsp:nvSpPr>
      <dsp:spPr>
        <a:xfrm>
          <a:off x="0" y="2911977"/>
          <a:ext cx="6377650" cy="1745598"/>
        </a:xfrm>
        <a:prstGeom prst="rect">
          <a:avLst/>
        </a:prstGeom>
        <a:noFill/>
        <a:ln w="38100" cap="sq" cmpd="dbl">
          <a:noFill/>
          <a:prstDash val="solid"/>
          <a:miter lim="800000"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AC72B6A-45B7-4ABB-9EFD-F5AC17DE9608}">
      <dsp:nvSpPr>
        <dsp:cNvPr id="0" name=""/>
        <dsp:cNvSpPr/>
      </dsp:nvSpPr>
      <dsp:spPr>
        <a:xfrm>
          <a:off x="528043" y="3304736"/>
          <a:ext cx="960079" cy="960079"/>
        </a:xfrm>
        <a:prstGeom prst="rect">
          <a:avLst/>
        </a:prstGeom>
        <a:blipFill>
          <a:blip xmlns:r="http://schemas.openxmlformats.org/officeDocument/2006/relationships" r:embed="rId2"/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7286CCF-EBB1-4A29-B240-4BC3DA177E84}">
      <dsp:nvSpPr>
        <dsp:cNvPr id="0" name=""/>
        <dsp:cNvSpPr/>
      </dsp:nvSpPr>
      <dsp:spPr>
        <a:xfrm>
          <a:off x="2016166" y="2911977"/>
          <a:ext cx="4120291" cy="218199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30928" tIns="230928" rIns="230928" bIns="230928" numCol="1" spcCol="1270" rtlCol="0" anchor="ctr" anchorCtr="0">
          <a:noAutofit/>
        </a:bodyPr>
        <a:lstStyle/>
        <a:p>
          <a:pPr marL="0" lvl="0" indent="0" algn="l" defTabSz="8890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ja-JP" altLang="en-US" sz="2000" kern="1200" noProof="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rPr>
            <a:t>メモ帳よりも記録・比較に優れるが</a:t>
          </a:r>
          <a:endParaRPr lang="en-US" altLang="ja-JP" sz="2000" kern="1200" noProof="0" dirty="0">
            <a:solidFill>
              <a:schemeClr val="tx1"/>
            </a:solidFill>
            <a:latin typeface="Meiryo UI" panose="020B0604030504040204" pitchFamily="50" charset="-128"/>
            <a:ea typeface="Meiryo UI" panose="020B0604030504040204" pitchFamily="50" charset="-128"/>
          </a:endParaRPr>
        </a:p>
        <a:p>
          <a:pPr marL="0" lvl="0" indent="0" algn="l" defTabSz="8890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ja-JP" altLang="en-US" sz="2000" kern="1200" noProof="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rPr>
            <a:t>多くセルを使うと見辛い</a:t>
          </a:r>
          <a:endParaRPr lang="en-US" altLang="ja-JP" sz="2000" kern="1200" noProof="0" dirty="0">
            <a:solidFill>
              <a:schemeClr val="tx1"/>
            </a:solidFill>
            <a:latin typeface="Meiryo UI" panose="020B0604030504040204" pitchFamily="50" charset="-128"/>
            <a:ea typeface="Meiryo UI" panose="020B0604030504040204" pitchFamily="50" charset="-128"/>
          </a:endParaRPr>
        </a:p>
        <a:p>
          <a:pPr marL="0" lvl="0" indent="0" algn="l" defTabSz="8890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ja-JP" altLang="en-US" sz="2800" kern="1200" noProof="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rPr>
            <a:t>（視認性の欠如）</a:t>
          </a:r>
          <a:endParaRPr lang="en-US" altLang="ja-JP" sz="2800" kern="1200" noProof="0" dirty="0">
            <a:solidFill>
              <a:schemeClr val="tx1"/>
            </a:solidFill>
            <a:latin typeface="Meiryo UI" panose="020B0604030504040204" pitchFamily="50" charset="-128"/>
            <a:ea typeface="Meiryo UI" panose="020B0604030504040204" pitchFamily="50" charset="-128"/>
          </a:endParaRPr>
        </a:p>
      </dsp:txBody>
      <dsp:txXfrm>
        <a:off x="2016166" y="2911977"/>
        <a:ext cx="4120291" cy="2181998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FD584AC-334C-4D98-9E88-D4EE344FF90D}">
      <dsp:nvSpPr>
        <dsp:cNvPr id="0" name=""/>
        <dsp:cNvSpPr/>
      </dsp:nvSpPr>
      <dsp:spPr>
        <a:xfrm>
          <a:off x="488077" y="235434"/>
          <a:ext cx="1098000" cy="1098000"/>
        </a:xfrm>
        <a:prstGeom prst="rect">
          <a:avLst/>
        </a:prstGeom>
        <a:solidFill>
          <a:schemeClr val="lt1"/>
        </a:solidFill>
        <a:ln w="15875" cap="flat" cmpd="sng" algn="ctr">
          <a:solidFill>
            <a:schemeClr val="accent3"/>
          </a:solidFill>
          <a:prstDash val="solid"/>
        </a:ln>
        <a:effectLst/>
      </dsp:spPr>
      <dsp:style>
        <a:lnRef idx="2">
          <a:schemeClr val="accent3"/>
        </a:lnRef>
        <a:fillRef idx="1">
          <a:schemeClr val="lt1"/>
        </a:fillRef>
        <a:effectRef idx="0">
          <a:schemeClr val="accent3"/>
        </a:effectRef>
        <a:fontRef idx="minor">
          <a:schemeClr val="dk1"/>
        </a:fontRef>
      </dsp:style>
    </dsp:sp>
    <dsp:sp modelId="{2E004ED0-9912-4313-AFA2-7904C1513343}">
      <dsp:nvSpPr>
        <dsp:cNvPr id="0" name=""/>
        <dsp:cNvSpPr/>
      </dsp:nvSpPr>
      <dsp:spPr>
        <a:xfrm>
          <a:off x="722077" y="469434"/>
          <a:ext cx="630000" cy="630000"/>
        </a:xfrm>
        <a:prstGeom prst="rect">
          <a:avLst/>
        </a:prstGeom>
        <a:blipFill>
          <a:blip xmlns:r="http://schemas.openxmlformats.org/officeDocument/2006/relationships">
            <a:extLst>
              <a:ext uri="{96DAC541-7B7A-43D3-8B79-37D633B846F1}">
                <asvg:svgBlip xmlns:asvg="http://schemas.microsoft.com/office/drawing/2016/SVG/main" r:embed="rId1"/>
              </a:ext>
            </a:extLst>
          </a:blip>
          <a:srcRect/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7947764-D5E2-4B83-8EAA-EA54408B4F84}">
      <dsp:nvSpPr>
        <dsp:cNvPr id="0" name=""/>
        <dsp:cNvSpPr/>
      </dsp:nvSpPr>
      <dsp:spPr>
        <a:xfrm>
          <a:off x="137077" y="1675434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rtlCol="0" anchor="t" anchorCtr="0">
          <a:noAutofit/>
        </a:bodyPr>
        <a:lstStyle/>
        <a:p>
          <a:pPr marL="0" lvl="0" indent="0" algn="ctr" defTabSz="8001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ja-JP" altLang="en-US" sz="1800" kern="1200" cap="none" noProof="0" dirty="0">
              <a:latin typeface="Meiryo UI" panose="020B0604030504040204" pitchFamily="50" charset="-128"/>
              <a:ea typeface="Meiryo UI" panose="020B0604030504040204" pitchFamily="50" charset="-128"/>
            </a:rPr>
            <a:t>記録</a:t>
          </a:r>
        </a:p>
      </dsp:txBody>
      <dsp:txXfrm>
        <a:off x="137077" y="1675434"/>
        <a:ext cx="1800000" cy="720000"/>
      </dsp:txXfrm>
    </dsp:sp>
    <dsp:sp modelId="{C9A6B413-DF12-4ECB-A750-22F04AEB749A}">
      <dsp:nvSpPr>
        <dsp:cNvPr id="0" name=""/>
        <dsp:cNvSpPr/>
      </dsp:nvSpPr>
      <dsp:spPr>
        <a:xfrm>
          <a:off x="2603077" y="235434"/>
          <a:ext cx="1098000" cy="1098000"/>
        </a:xfrm>
        <a:prstGeom prst="rect">
          <a:avLst/>
        </a:prstGeom>
        <a:noFill/>
        <a:ln w="9525" cap="flat" cmpd="sng" algn="ctr">
          <a:solidFill>
            <a:schemeClr val="accent4"/>
          </a:solidFill>
          <a:prstDash val="solid"/>
          <a:round/>
          <a:headEnd type="none" w="med" len="med"/>
          <a:tailEnd type="none" w="med" len="med"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>
          <a:schemeClr val="accent4"/>
        </a:fontRef>
      </dsp:style>
    </dsp:sp>
    <dsp:sp modelId="{FB385EEE-89F7-4362-8928-597D4AEB1EE2}">
      <dsp:nvSpPr>
        <dsp:cNvPr id="0" name=""/>
        <dsp:cNvSpPr/>
      </dsp:nvSpPr>
      <dsp:spPr>
        <a:xfrm>
          <a:off x="2837077" y="469434"/>
          <a:ext cx="630000" cy="630000"/>
        </a:xfrm>
        <a:prstGeom prst="rect">
          <a:avLst/>
        </a:prstGeom>
        <a:blipFill>
          <a:blip xmlns:r="http://schemas.openxmlformats.org/officeDocument/2006/relationships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E4235EB-624E-4BCF-96F5-28DA4681F08B}">
      <dsp:nvSpPr>
        <dsp:cNvPr id="0" name=""/>
        <dsp:cNvSpPr/>
      </dsp:nvSpPr>
      <dsp:spPr>
        <a:xfrm>
          <a:off x="2252077" y="1675434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112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kumimoji="1" lang="ja-JP" altLang="en-US" sz="1600" kern="1200" dirty="0"/>
            <a:t>カレンダー</a:t>
          </a:r>
        </a:p>
      </dsp:txBody>
      <dsp:txXfrm>
        <a:off x="2252077" y="1675434"/>
        <a:ext cx="1800000" cy="720000"/>
      </dsp:txXfrm>
    </dsp:sp>
    <dsp:sp modelId="{D24D21FC-62C1-4CB3-8209-8661C3C79008}">
      <dsp:nvSpPr>
        <dsp:cNvPr id="0" name=""/>
        <dsp:cNvSpPr/>
      </dsp:nvSpPr>
      <dsp:spPr>
        <a:xfrm>
          <a:off x="4718077" y="235434"/>
          <a:ext cx="1098000" cy="1098000"/>
        </a:xfrm>
        <a:prstGeom prst="rect">
          <a:avLst/>
        </a:prstGeom>
        <a:solidFill>
          <a:schemeClr val="lt1"/>
        </a:solidFill>
        <a:ln w="15875" cap="flat" cmpd="sng" algn="ctr">
          <a:solidFill>
            <a:schemeClr val="accent5"/>
          </a:solidFill>
          <a:prstDash val="solid"/>
        </a:ln>
        <a:effectLst/>
      </dsp:spPr>
      <dsp:style>
        <a:lnRef idx="2">
          <a:schemeClr val="accent5"/>
        </a:lnRef>
        <a:fillRef idx="1">
          <a:schemeClr val="lt1"/>
        </a:fillRef>
        <a:effectRef idx="0">
          <a:schemeClr val="accent5"/>
        </a:effectRef>
        <a:fontRef idx="minor">
          <a:schemeClr val="dk1"/>
        </a:fontRef>
      </dsp:style>
    </dsp:sp>
    <dsp:sp modelId="{E1CCDF7A-EBE7-495D-AEE1-FE9FEEA33C81}">
      <dsp:nvSpPr>
        <dsp:cNvPr id="0" name=""/>
        <dsp:cNvSpPr/>
      </dsp:nvSpPr>
      <dsp:spPr>
        <a:xfrm>
          <a:off x="4952077" y="469434"/>
          <a:ext cx="630000" cy="630000"/>
        </a:xfrm>
        <a:prstGeom prst="rect">
          <a:avLst/>
        </a:prstGeom>
        <a:blipFill>
          <a:blip xmlns:r="http://schemas.openxmlformats.org/officeDocument/2006/relationships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B26A24F-F4FA-4000-B231-980697CE6BC5}">
      <dsp:nvSpPr>
        <dsp:cNvPr id="0" name=""/>
        <dsp:cNvSpPr/>
      </dsp:nvSpPr>
      <dsp:spPr>
        <a:xfrm>
          <a:off x="4367077" y="1675434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rtlCol="0" anchor="t" anchorCtr="0">
          <a:noAutofit/>
        </a:bodyPr>
        <a:lstStyle/>
        <a:p>
          <a:pPr marL="0" lvl="0" indent="0" algn="ctr" defTabSz="8001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ja-JP" altLang="en-US" sz="1800" kern="1200" cap="none" noProof="0" dirty="0">
              <a:latin typeface="Meiryo UI" panose="020B0604030504040204" pitchFamily="50" charset="-128"/>
              <a:ea typeface="Meiryo UI" panose="020B0604030504040204" pitchFamily="50" charset="-128"/>
            </a:rPr>
            <a:t>リマインダー機能</a:t>
          </a:r>
        </a:p>
      </dsp:txBody>
      <dsp:txXfrm>
        <a:off x="4367077" y="1675434"/>
        <a:ext cx="1800000" cy="720000"/>
      </dsp:txXfrm>
    </dsp:sp>
    <dsp:sp modelId="{150E4B2C-C413-4BF2-BE44-61CABB4D422E}">
      <dsp:nvSpPr>
        <dsp:cNvPr id="0" name=""/>
        <dsp:cNvSpPr/>
      </dsp:nvSpPr>
      <dsp:spPr>
        <a:xfrm>
          <a:off x="1545577" y="2845434"/>
          <a:ext cx="1098000" cy="1098000"/>
        </a:xfrm>
        <a:prstGeom prst="rect">
          <a:avLst/>
        </a:prstGeom>
        <a:noFill/>
        <a:ln w="9525" cap="flat" cmpd="sng" algn="ctr">
          <a:solidFill>
            <a:schemeClr val="accent1"/>
          </a:solidFill>
          <a:prstDash val="solid"/>
          <a:round/>
          <a:headEnd type="none" w="med" len="med"/>
          <a:tailEnd type="none" w="med" len="med"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>
          <a:schemeClr val="accent1"/>
        </a:fontRef>
      </dsp:style>
    </dsp:sp>
    <dsp:sp modelId="{338E22CF-4E7D-49DB-8D62-BFBE95644B7C}">
      <dsp:nvSpPr>
        <dsp:cNvPr id="0" name=""/>
        <dsp:cNvSpPr/>
      </dsp:nvSpPr>
      <dsp:spPr>
        <a:xfrm>
          <a:off x="1779577" y="3079434"/>
          <a:ext cx="630000" cy="630000"/>
        </a:xfrm>
        <a:prstGeom prst="rect">
          <a:avLst/>
        </a:prstGeom>
        <a:blipFill>
          <a:blip xmlns:r="http://schemas.openxmlformats.org/officeDocument/2006/relationships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E04CA18-7F92-4C8F-B31C-B8DC9BFFC00B}">
      <dsp:nvSpPr>
        <dsp:cNvPr id="0" name=""/>
        <dsp:cNvSpPr/>
      </dsp:nvSpPr>
      <dsp:spPr>
        <a:xfrm>
          <a:off x="1194577" y="4285434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rtlCol="0" anchor="t" anchorCtr="0">
          <a:noAutofit/>
        </a:bodyPr>
        <a:lstStyle/>
        <a:p>
          <a:pPr marL="0" lvl="0" indent="0" algn="ctr" defTabSz="8001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ja-JP" altLang="en-US" sz="1800" kern="1200" cap="none" noProof="0" dirty="0">
              <a:latin typeface="Meiryo UI" panose="020B0604030504040204" pitchFamily="50" charset="-128"/>
              <a:ea typeface="Meiryo UI" panose="020B0604030504040204" pitchFamily="50" charset="-128"/>
            </a:rPr>
            <a:t>比較機能</a:t>
          </a:r>
        </a:p>
      </dsp:txBody>
      <dsp:txXfrm>
        <a:off x="1194577" y="4285434"/>
        <a:ext cx="1800000" cy="720000"/>
      </dsp:txXfrm>
    </dsp:sp>
    <dsp:sp modelId="{FB9B0F2E-A209-4355-A025-0CC7EDD3BBA7}">
      <dsp:nvSpPr>
        <dsp:cNvPr id="0" name=""/>
        <dsp:cNvSpPr/>
      </dsp:nvSpPr>
      <dsp:spPr>
        <a:xfrm>
          <a:off x="3660577" y="2845434"/>
          <a:ext cx="1098000" cy="1098000"/>
        </a:xfrm>
        <a:prstGeom prst="rect">
          <a:avLst/>
        </a:prstGeom>
        <a:noFill/>
        <a:ln>
          <a:solidFill>
            <a:schemeClr val="accent1"/>
          </a:solidFill>
          <a:prstDash val="sysDash"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5ED3257-C9EC-49C5-B86D-6D93DABEBEEB}">
      <dsp:nvSpPr>
        <dsp:cNvPr id="0" name=""/>
        <dsp:cNvSpPr/>
      </dsp:nvSpPr>
      <dsp:spPr>
        <a:xfrm>
          <a:off x="3894577" y="3079434"/>
          <a:ext cx="630000" cy="630000"/>
        </a:xfrm>
        <a:prstGeom prst="rect">
          <a:avLst/>
        </a:prstGeom>
        <a:blipFill>
          <a:blip xmlns:r="http://schemas.openxmlformats.org/officeDocument/2006/relationships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64D16BE-1508-46AB-8E58-77F8E5A2FFCC}">
      <dsp:nvSpPr>
        <dsp:cNvPr id="0" name=""/>
        <dsp:cNvSpPr/>
      </dsp:nvSpPr>
      <dsp:spPr>
        <a:xfrm>
          <a:off x="3309577" y="4285434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rtlCol="0" anchor="t" anchorCtr="0">
          <a:noAutofit/>
        </a:bodyPr>
        <a:lstStyle/>
        <a:p>
          <a:pPr marL="0" lvl="0" indent="0" algn="ctr" defTabSz="8001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altLang="ja-JP" sz="1800" kern="1200" cap="none" noProof="0" dirty="0">
              <a:latin typeface="Meiryo UI" panose="020B0604030504040204" pitchFamily="50" charset="-128"/>
              <a:ea typeface="Meiryo UI" panose="020B0604030504040204" pitchFamily="50" charset="-128"/>
            </a:rPr>
            <a:t>AI</a:t>
          </a:r>
          <a:r>
            <a:rPr lang="ja-JP" altLang="en-US" sz="1800" kern="1200" cap="none" noProof="0" dirty="0">
              <a:latin typeface="Meiryo UI" panose="020B0604030504040204" pitchFamily="50" charset="-128"/>
              <a:ea typeface="Meiryo UI" panose="020B0604030504040204" pitchFamily="50" charset="-128"/>
            </a:rPr>
            <a:t>相談機能</a:t>
          </a:r>
        </a:p>
      </dsp:txBody>
      <dsp:txXfrm>
        <a:off x="3309577" y="4285434"/>
        <a:ext cx="1800000" cy="720000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FD584AC-334C-4D98-9E88-D4EE344FF90D}">
      <dsp:nvSpPr>
        <dsp:cNvPr id="0" name=""/>
        <dsp:cNvSpPr/>
      </dsp:nvSpPr>
      <dsp:spPr>
        <a:xfrm>
          <a:off x="488077" y="235434"/>
          <a:ext cx="1098000" cy="1098000"/>
        </a:xfrm>
        <a:prstGeom prst="rect">
          <a:avLst/>
        </a:prstGeom>
        <a:solidFill>
          <a:schemeClr val="lt1"/>
        </a:solidFill>
        <a:ln w="15875" cap="flat" cmpd="sng" algn="ctr">
          <a:solidFill>
            <a:schemeClr val="accent3"/>
          </a:solidFill>
          <a:prstDash val="solid"/>
        </a:ln>
        <a:effectLst/>
      </dsp:spPr>
      <dsp:style>
        <a:lnRef idx="2">
          <a:schemeClr val="accent3"/>
        </a:lnRef>
        <a:fillRef idx="1">
          <a:schemeClr val="lt1"/>
        </a:fillRef>
        <a:effectRef idx="0">
          <a:schemeClr val="accent3"/>
        </a:effectRef>
        <a:fontRef idx="minor">
          <a:schemeClr val="dk1"/>
        </a:fontRef>
      </dsp:style>
    </dsp:sp>
    <dsp:sp modelId="{2E004ED0-9912-4313-AFA2-7904C1513343}">
      <dsp:nvSpPr>
        <dsp:cNvPr id="0" name=""/>
        <dsp:cNvSpPr/>
      </dsp:nvSpPr>
      <dsp:spPr>
        <a:xfrm>
          <a:off x="722077" y="469434"/>
          <a:ext cx="630000" cy="630000"/>
        </a:xfrm>
        <a:prstGeom prst="rect">
          <a:avLst/>
        </a:prstGeom>
        <a:blipFill>
          <a:blip xmlns:r="http://schemas.openxmlformats.org/officeDocument/2006/relationships">
            <a:extLst>
              <a:ext uri="{96DAC541-7B7A-43D3-8B79-37D633B846F1}">
                <asvg:svgBlip xmlns:asvg="http://schemas.microsoft.com/office/drawing/2016/SVG/main" r:embed="rId1"/>
              </a:ext>
            </a:extLst>
          </a:blip>
          <a:srcRect/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7947764-D5E2-4B83-8EAA-EA54408B4F84}">
      <dsp:nvSpPr>
        <dsp:cNvPr id="0" name=""/>
        <dsp:cNvSpPr/>
      </dsp:nvSpPr>
      <dsp:spPr>
        <a:xfrm>
          <a:off x="137077" y="1675434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rtlCol="0" anchor="t" anchorCtr="0">
          <a:noAutofit/>
        </a:bodyPr>
        <a:lstStyle/>
        <a:p>
          <a:pPr marL="0" lvl="0" indent="0" algn="ctr" defTabSz="8001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ja-JP" altLang="en-US" sz="1800" kern="1200" cap="none" noProof="0" dirty="0">
              <a:latin typeface="Meiryo UI" panose="020B0604030504040204" pitchFamily="50" charset="-128"/>
              <a:ea typeface="Meiryo UI" panose="020B0604030504040204" pitchFamily="50" charset="-128"/>
            </a:rPr>
            <a:t>記録</a:t>
          </a:r>
        </a:p>
      </dsp:txBody>
      <dsp:txXfrm>
        <a:off x="137077" y="1675434"/>
        <a:ext cx="1800000" cy="720000"/>
      </dsp:txXfrm>
    </dsp:sp>
    <dsp:sp modelId="{C9A6B413-DF12-4ECB-A750-22F04AEB749A}">
      <dsp:nvSpPr>
        <dsp:cNvPr id="0" name=""/>
        <dsp:cNvSpPr/>
      </dsp:nvSpPr>
      <dsp:spPr>
        <a:xfrm>
          <a:off x="2603077" y="235434"/>
          <a:ext cx="1098000" cy="1098000"/>
        </a:xfrm>
        <a:prstGeom prst="rect">
          <a:avLst/>
        </a:prstGeom>
        <a:noFill/>
        <a:ln w="9525" cap="flat" cmpd="sng" algn="ctr">
          <a:solidFill>
            <a:schemeClr val="accent4"/>
          </a:solidFill>
          <a:prstDash val="solid"/>
          <a:round/>
          <a:headEnd type="none" w="med" len="med"/>
          <a:tailEnd type="none" w="med" len="med"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>
          <a:schemeClr val="accent4"/>
        </a:fontRef>
      </dsp:style>
    </dsp:sp>
    <dsp:sp modelId="{FB385EEE-89F7-4362-8928-597D4AEB1EE2}">
      <dsp:nvSpPr>
        <dsp:cNvPr id="0" name=""/>
        <dsp:cNvSpPr/>
      </dsp:nvSpPr>
      <dsp:spPr>
        <a:xfrm>
          <a:off x="2837077" y="469434"/>
          <a:ext cx="630000" cy="630000"/>
        </a:xfrm>
        <a:prstGeom prst="rect">
          <a:avLst/>
        </a:prstGeom>
        <a:blipFill>
          <a:blip xmlns:r="http://schemas.openxmlformats.org/officeDocument/2006/relationships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E4235EB-624E-4BCF-96F5-28DA4681F08B}">
      <dsp:nvSpPr>
        <dsp:cNvPr id="0" name=""/>
        <dsp:cNvSpPr/>
      </dsp:nvSpPr>
      <dsp:spPr>
        <a:xfrm>
          <a:off x="2252077" y="1675434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112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kumimoji="1" lang="ja-JP" altLang="en-US" sz="1600" kern="1200" dirty="0"/>
            <a:t>カレンダー</a:t>
          </a:r>
        </a:p>
      </dsp:txBody>
      <dsp:txXfrm>
        <a:off x="2252077" y="1675434"/>
        <a:ext cx="1800000" cy="720000"/>
      </dsp:txXfrm>
    </dsp:sp>
    <dsp:sp modelId="{D24D21FC-62C1-4CB3-8209-8661C3C79008}">
      <dsp:nvSpPr>
        <dsp:cNvPr id="0" name=""/>
        <dsp:cNvSpPr/>
      </dsp:nvSpPr>
      <dsp:spPr>
        <a:xfrm>
          <a:off x="4718077" y="235434"/>
          <a:ext cx="1098000" cy="1098000"/>
        </a:xfrm>
        <a:prstGeom prst="rect">
          <a:avLst/>
        </a:prstGeom>
        <a:solidFill>
          <a:schemeClr val="lt1"/>
        </a:solidFill>
        <a:ln w="15875" cap="flat" cmpd="sng" algn="ctr">
          <a:solidFill>
            <a:schemeClr val="accent5"/>
          </a:solidFill>
          <a:prstDash val="solid"/>
        </a:ln>
        <a:effectLst/>
      </dsp:spPr>
      <dsp:style>
        <a:lnRef idx="2">
          <a:schemeClr val="accent5"/>
        </a:lnRef>
        <a:fillRef idx="1">
          <a:schemeClr val="lt1"/>
        </a:fillRef>
        <a:effectRef idx="0">
          <a:schemeClr val="accent5"/>
        </a:effectRef>
        <a:fontRef idx="minor">
          <a:schemeClr val="dk1"/>
        </a:fontRef>
      </dsp:style>
    </dsp:sp>
    <dsp:sp modelId="{E1CCDF7A-EBE7-495D-AEE1-FE9FEEA33C81}">
      <dsp:nvSpPr>
        <dsp:cNvPr id="0" name=""/>
        <dsp:cNvSpPr/>
      </dsp:nvSpPr>
      <dsp:spPr>
        <a:xfrm>
          <a:off x="4952077" y="469434"/>
          <a:ext cx="630000" cy="630000"/>
        </a:xfrm>
        <a:prstGeom prst="rect">
          <a:avLst/>
        </a:prstGeom>
        <a:blipFill>
          <a:blip xmlns:r="http://schemas.openxmlformats.org/officeDocument/2006/relationships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B26A24F-F4FA-4000-B231-980697CE6BC5}">
      <dsp:nvSpPr>
        <dsp:cNvPr id="0" name=""/>
        <dsp:cNvSpPr/>
      </dsp:nvSpPr>
      <dsp:spPr>
        <a:xfrm>
          <a:off x="4367077" y="1675434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rtlCol="0" anchor="t" anchorCtr="0">
          <a:noAutofit/>
        </a:bodyPr>
        <a:lstStyle/>
        <a:p>
          <a:pPr marL="0" lvl="0" indent="0" algn="ctr" defTabSz="8001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ja-JP" altLang="en-US" sz="1800" kern="1200" cap="none" noProof="0" dirty="0">
              <a:latin typeface="Meiryo UI" panose="020B0604030504040204" pitchFamily="50" charset="-128"/>
              <a:ea typeface="Meiryo UI" panose="020B0604030504040204" pitchFamily="50" charset="-128"/>
            </a:rPr>
            <a:t>リマインダー機能</a:t>
          </a:r>
        </a:p>
      </dsp:txBody>
      <dsp:txXfrm>
        <a:off x="4367077" y="1675434"/>
        <a:ext cx="1800000" cy="720000"/>
      </dsp:txXfrm>
    </dsp:sp>
    <dsp:sp modelId="{150E4B2C-C413-4BF2-BE44-61CABB4D422E}">
      <dsp:nvSpPr>
        <dsp:cNvPr id="0" name=""/>
        <dsp:cNvSpPr/>
      </dsp:nvSpPr>
      <dsp:spPr>
        <a:xfrm>
          <a:off x="1545577" y="2845434"/>
          <a:ext cx="1098000" cy="1098000"/>
        </a:xfrm>
        <a:prstGeom prst="rect">
          <a:avLst/>
        </a:prstGeom>
        <a:noFill/>
        <a:ln w="9525" cap="flat" cmpd="sng" algn="ctr">
          <a:solidFill>
            <a:schemeClr val="accent1"/>
          </a:solidFill>
          <a:prstDash val="solid"/>
          <a:round/>
          <a:headEnd type="none" w="med" len="med"/>
          <a:tailEnd type="none" w="med" len="med"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>
          <a:schemeClr val="accent1"/>
        </a:fontRef>
      </dsp:style>
    </dsp:sp>
    <dsp:sp modelId="{338E22CF-4E7D-49DB-8D62-BFBE95644B7C}">
      <dsp:nvSpPr>
        <dsp:cNvPr id="0" name=""/>
        <dsp:cNvSpPr/>
      </dsp:nvSpPr>
      <dsp:spPr>
        <a:xfrm>
          <a:off x="1779577" y="3079434"/>
          <a:ext cx="630000" cy="630000"/>
        </a:xfrm>
        <a:prstGeom prst="rect">
          <a:avLst/>
        </a:prstGeom>
        <a:blipFill>
          <a:blip xmlns:r="http://schemas.openxmlformats.org/officeDocument/2006/relationships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E04CA18-7F92-4C8F-B31C-B8DC9BFFC00B}">
      <dsp:nvSpPr>
        <dsp:cNvPr id="0" name=""/>
        <dsp:cNvSpPr/>
      </dsp:nvSpPr>
      <dsp:spPr>
        <a:xfrm>
          <a:off x="1194577" y="4285434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rtlCol="0" anchor="t" anchorCtr="0">
          <a:noAutofit/>
        </a:bodyPr>
        <a:lstStyle/>
        <a:p>
          <a:pPr marL="0" lvl="0" indent="0" algn="ctr" defTabSz="8001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ja-JP" altLang="en-US" sz="1800" kern="1200" cap="none" noProof="0" dirty="0">
              <a:latin typeface="Meiryo UI" panose="020B0604030504040204" pitchFamily="50" charset="-128"/>
              <a:ea typeface="Meiryo UI" panose="020B0604030504040204" pitchFamily="50" charset="-128"/>
            </a:rPr>
            <a:t>比較機能</a:t>
          </a:r>
        </a:p>
      </dsp:txBody>
      <dsp:txXfrm>
        <a:off x="1194577" y="4285434"/>
        <a:ext cx="1800000" cy="720000"/>
      </dsp:txXfrm>
    </dsp:sp>
    <dsp:sp modelId="{FB9B0F2E-A209-4355-A025-0CC7EDD3BBA7}">
      <dsp:nvSpPr>
        <dsp:cNvPr id="0" name=""/>
        <dsp:cNvSpPr/>
      </dsp:nvSpPr>
      <dsp:spPr>
        <a:xfrm>
          <a:off x="3660577" y="2845434"/>
          <a:ext cx="1098000" cy="1098000"/>
        </a:xfrm>
        <a:prstGeom prst="rect">
          <a:avLst/>
        </a:prstGeom>
        <a:noFill/>
        <a:ln>
          <a:solidFill>
            <a:schemeClr val="accent1"/>
          </a:solidFill>
          <a:prstDash val="sysDash"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5ED3257-C9EC-49C5-B86D-6D93DABEBEEB}">
      <dsp:nvSpPr>
        <dsp:cNvPr id="0" name=""/>
        <dsp:cNvSpPr/>
      </dsp:nvSpPr>
      <dsp:spPr>
        <a:xfrm>
          <a:off x="3894577" y="3079434"/>
          <a:ext cx="630000" cy="630000"/>
        </a:xfrm>
        <a:prstGeom prst="rect">
          <a:avLst/>
        </a:prstGeom>
        <a:blipFill>
          <a:blip xmlns:r="http://schemas.openxmlformats.org/officeDocument/2006/relationships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64D16BE-1508-46AB-8E58-77F8E5A2FFCC}">
      <dsp:nvSpPr>
        <dsp:cNvPr id="0" name=""/>
        <dsp:cNvSpPr/>
      </dsp:nvSpPr>
      <dsp:spPr>
        <a:xfrm>
          <a:off x="3309577" y="4285434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rtlCol="0" anchor="t" anchorCtr="0">
          <a:noAutofit/>
        </a:bodyPr>
        <a:lstStyle/>
        <a:p>
          <a:pPr marL="0" lvl="0" indent="0" algn="ctr" defTabSz="8001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altLang="ja-JP" sz="1800" kern="1200" cap="none" noProof="0" dirty="0">
              <a:latin typeface="Meiryo UI" panose="020B0604030504040204" pitchFamily="50" charset="-128"/>
              <a:ea typeface="Meiryo UI" panose="020B0604030504040204" pitchFamily="50" charset="-128"/>
            </a:rPr>
            <a:t>AI</a:t>
          </a:r>
          <a:r>
            <a:rPr lang="ja-JP" altLang="en-US" sz="1800" kern="1200" cap="none" noProof="0" dirty="0">
              <a:latin typeface="Meiryo UI" panose="020B0604030504040204" pitchFamily="50" charset="-128"/>
              <a:ea typeface="Meiryo UI" panose="020B0604030504040204" pitchFamily="50" charset="-128"/>
            </a:rPr>
            <a:t>相談機能</a:t>
          </a:r>
        </a:p>
      </dsp:txBody>
      <dsp:txXfrm>
        <a:off x="3309577" y="4285434"/>
        <a:ext cx="1800000" cy="72000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アイコン (縦方向塗りつぶし) のリスト"/>
  <dgm:desc val="図形内にグループ分けされた第 1 レベル、または第 1 レベルと第 2 レベルのテキスト付きで、一連のビジュアルを上から下に表示するのに使用します。説明が長いアイコンまたは小さい画像に最適です。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8/5/layout/IconCircleLabelList">
  <dgm:title val="アイコン (円) とラベルのリスト"/>
  <dgm:desc val="関連ビジュアルが付属している、連続性のない情報のまとまり、またはグループ分けされた情報のまとまりを示すのに使用します。短い表題付きのアイコンまたは小さい画像の場合に適しています。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4"/>
          <dgm:constr type="h" for="des" forName="compNode" op="equ"/>
          <dgm:constr type="h" for="des" forName="textRect" op="equ"/>
        </dgm:constrLst>
      </dgm:if>
      <dgm:if name="Name5" axis="ch" ptType="node" func="cnt" op="lte" val="3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0"/>
          <dgm:constr type="h" for="des" forName="compNode" op="equ"/>
          <dgm:constr type="h" for="des" forName="textRect" op="equ"/>
        </dgm:constrLst>
      </dgm:if>
      <dgm:if name="Name6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2"/>
          <dgm:constr type="h" for="des" forName="compNode" op="equ"/>
          <dgm:constr type="h" for="des" forName="textRect" op="equ"/>
        </dgm:constrLst>
      </dgm:if>
      <dgm:else name="Name7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BgRect" refType="w" fact="0.61"/>
          <dgm:constr type="h" for="ch" forName="iconBgRect" refType="w" refFor="ch" refForName="iconBgRect"/>
          <dgm:constr type="t" for="ch" forName="iconBgRect"/>
          <dgm:constr type="ctrX" for="ch" forName="iconBgRect" refType="w" fact="0.5"/>
          <dgm:constr type="w" for="ch" forName="iconRect" refType="w" fact="0.35"/>
          <dgm:constr type="h" for="ch" forName="iconRect" refType="w" refFor="ch" refForName="iconRect"/>
          <dgm:constr type="ctrX" for="ch" forName="iconRect" refType="ctrX" refFor="ch" refForName="iconBgRect"/>
          <dgm:constr type="ctrY" for="ch" forName="iconRect" refType="ctrY" refFor="ch" refForName="iconBgRect"/>
          <dgm:constr type="h" for="ch" forName="spaceRect" refType="w" fact="0.19"/>
          <dgm:constr type="w" for="ch" forName="spaceRect" refType="w"/>
          <dgm:constr type="l" for="ch" forName="spaceRect"/>
          <dgm:constr type="t" for="ch" forName="spaceRect" refType="b" refFor="ch" refForName="iconBg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BgRect" styleLbl="bgShp">
          <dgm:alg type="sp"/>
          <dgm:shape xmlns:r="http://schemas.openxmlformats.org/officeDocument/2006/relationships" type="ellipse" r:blip="">
            <dgm:adjLst/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9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cap="all"/>
        </a:lvl1pPr>
      </dgm1612:lstStyle>
    </a:ext>
  </dgm:extLst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18/5/layout/IconCircleLabelList">
  <dgm:title val="アイコン (円) とラベルのリスト"/>
  <dgm:desc val="関連ビジュアルが付属している、連続性のない情報のまとまり、またはグループ分けされた情報のまとまりを示すのに使用します。短い表題付きのアイコンまたは小さい画像の場合に適しています。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4"/>
          <dgm:constr type="h" for="des" forName="compNode" op="equ"/>
          <dgm:constr type="h" for="des" forName="textRect" op="equ"/>
        </dgm:constrLst>
      </dgm:if>
      <dgm:if name="Name5" axis="ch" ptType="node" func="cnt" op="lte" val="3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0"/>
          <dgm:constr type="h" for="des" forName="compNode" op="equ"/>
          <dgm:constr type="h" for="des" forName="textRect" op="equ"/>
        </dgm:constrLst>
      </dgm:if>
      <dgm:if name="Name6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2"/>
          <dgm:constr type="h" for="des" forName="compNode" op="equ"/>
          <dgm:constr type="h" for="des" forName="textRect" op="equ"/>
        </dgm:constrLst>
      </dgm:if>
      <dgm:else name="Name7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BgRect" refType="w" fact="0.61"/>
          <dgm:constr type="h" for="ch" forName="iconBgRect" refType="w" refFor="ch" refForName="iconBgRect"/>
          <dgm:constr type="t" for="ch" forName="iconBgRect"/>
          <dgm:constr type="ctrX" for="ch" forName="iconBgRect" refType="w" fact="0.5"/>
          <dgm:constr type="w" for="ch" forName="iconRect" refType="w" fact="0.35"/>
          <dgm:constr type="h" for="ch" forName="iconRect" refType="w" refFor="ch" refForName="iconRect"/>
          <dgm:constr type="ctrX" for="ch" forName="iconRect" refType="ctrX" refFor="ch" refForName="iconBgRect"/>
          <dgm:constr type="ctrY" for="ch" forName="iconRect" refType="ctrY" refFor="ch" refForName="iconBgRect"/>
          <dgm:constr type="h" for="ch" forName="spaceRect" refType="w" fact="0.19"/>
          <dgm:constr type="w" for="ch" forName="spaceRect" refType="w"/>
          <dgm:constr type="l" for="ch" forName="spaceRect"/>
          <dgm:constr type="t" for="ch" forName="spaceRect" refType="b" refFor="ch" refForName="iconBg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BgRect" styleLbl="bgShp">
          <dgm:alg type="sp"/>
          <dgm:shape xmlns:r="http://schemas.openxmlformats.org/officeDocument/2006/relationships" type="ellipse" r:blip="">
            <dgm:adjLst/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9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cap="all"/>
        </a:lvl1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>
            <a:extLst>
              <a:ext uri="{FF2B5EF4-FFF2-40B4-BE49-F238E27FC236}">
                <a16:creationId xmlns:a16="http://schemas.microsoft.com/office/drawing/2014/main" id="{6E8FA38E-9F41-1A45-879F-0B93BA5093CC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en-US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6F016A96-BC72-0640-9AEE-870574F3880D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en-US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9B0B091C-A27C-3C4B-82F1-DDBD9A028293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E801FC8B-EC93-C64D-BBD2-37E30DAF45BC}" type="slidenum">
              <a:rPr lang="en-US" smtClean="0">
                <a:latin typeface="Meiryo UI" panose="020B0604030504040204" pitchFamily="50" charset="-128"/>
                <a:ea typeface="Meiryo UI" panose="020B0604030504040204" pitchFamily="50" charset="-128"/>
              </a:rPr>
              <a:t>‹#›</a:t>
            </a:fld>
            <a:endParaRPr lang="en-US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587D4734-4CAE-4B5B-A5BF-2204F730257F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C2642C43-552D-43A7-A632-DE888306F42B}" type="datetime1">
              <a:rPr lang="ja-JP" altLang="en-US" smtClean="0">
                <a:latin typeface="Meiryo UI" panose="020B0604030504040204" pitchFamily="50" charset="-128"/>
                <a:ea typeface="Meiryo UI" panose="020B0604030504040204" pitchFamily="50" charset="-128"/>
              </a:rPr>
              <a:t>2026/5/13</a:t>
            </a:fld>
            <a:endParaRPr lang="ja-JP" altLang="en-US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96081179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</a:lstStyle>
          <a:p>
            <a:endParaRPr lang="ja-JP" altLang="en-US" noProof="0" dirty="0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</a:lstStyle>
          <a:p>
            <a:fld id="{07D51A45-A245-435C-8F35-5134122F7907}" type="datetime1">
              <a:rPr lang="ja-JP" altLang="en-US" smtClean="0"/>
              <a:pPr/>
              <a:t>2026/5/13</a:t>
            </a:fld>
            <a:endParaRPr lang="ja-JP" altLang="en-US" dirty="0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ja-JP" altLang="en-US" noProof="0" dirty="0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ja-JP" altLang="en-US" noProof="0" dirty="0"/>
              <a:t>マスター テキストの書式設定</a:t>
            </a:r>
          </a:p>
          <a:p>
            <a:pPr lvl="1" rtl="0"/>
            <a:r>
              <a:rPr lang="ja-JP" altLang="en-US" noProof="0" dirty="0"/>
              <a:t>第 </a:t>
            </a:r>
            <a:r>
              <a:rPr lang="en-US" altLang="ja-JP" noProof="0" dirty="0"/>
              <a:t>2 </a:t>
            </a:r>
            <a:r>
              <a:rPr lang="ja-JP" altLang="en-US" noProof="0" dirty="0"/>
              <a:t>レベル</a:t>
            </a:r>
          </a:p>
          <a:p>
            <a:pPr lvl="2" rtl="0"/>
            <a:r>
              <a:rPr lang="ja-JP" altLang="en-US" noProof="0" dirty="0"/>
              <a:t>第 </a:t>
            </a:r>
            <a:r>
              <a:rPr lang="en-US" altLang="ja-JP" noProof="0" dirty="0"/>
              <a:t>3 </a:t>
            </a:r>
            <a:r>
              <a:rPr lang="ja-JP" altLang="en-US" noProof="0" dirty="0"/>
              <a:t>レベル</a:t>
            </a:r>
          </a:p>
          <a:p>
            <a:pPr lvl="3" rtl="0"/>
            <a:r>
              <a:rPr lang="ja-JP" altLang="en-US" noProof="0" dirty="0"/>
              <a:t>第 </a:t>
            </a:r>
            <a:r>
              <a:rPr lang="en-US" altLang="ja-JP" noProof="0" dirty="0"/>
              <a:t>4 </a:t>
            </a:r>
            <a:r>
              <a:rPr lang="ja-JP" altLang="en-US" noProof="0" dirty="0"/>
              <a:t>レベル</a:t>
            </a:r>
          </a:p>
          <a:p>
            <a:pPr lvl="4" rtl="0"/>
            <a:r>
              <a:rPr lang="ja-JP" altLang="en-US" noProof="0" dirty="0"/>
              <a:t>第 </a:t>
            </a:r>
            <a:r>
              <a:rPr lang="en-US" altLang="ja-JP" noProof="0" dirty="0"/>
              <a:t>5 </a:t>
            </a:r>
            <a:r>
              <a:rPr lang="ja-JP" altLang="en-US" noProof="0" dirty="0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</a:lstStyle>
          <a:p>
            <a:endParaRPr lang="ja-JP" altLang="en-US" noProof="0" dirty="0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</a:lstStyle>
          <a:p>
            <a:fld id="{07D111EE-B1CE-3F40-8B0E-AB6A92B85452}" type="slidenum">
              <a:rPr lang="en-US" altLang="ja-JP" noProof="0" smtClean="0"/>
              <a:pPr/>
              <a:t>‹#›</a:t>
            </a:fld>
            <a:endParaRPr lang="ja-JP" altLang="en-US" noProof="0" dirty="0"/>
          </a:p>
        </p:txBody>
      </p:sp>
    </p:spTree>
    <p:extLst>
      <p:ext uri="{BB962C8B-B14F-4D97-AF65-F5344CB8AC3E}">
        <p14:creationId xmlns:p14="http://schemas.microsoft.com/office/powerpoint/2010/main" val="165684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Meiryo UI" panose="020B0604030504040204" pitchFamily="50" charset="-128"/>
        <a:ea typeface="Meiryo UI" panose="020B0604030504040204" pitchFamily="50" charset="-128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Meiryo UI" panose="020B0604030504040204" pitchFamily="50" charset="-128"/>
        <a:ea typeface="Meiryo UI" panose="020B0604030504040204" pitchFamily="50" charset="-128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Meiryo UI" panose="020B0604030504040204" pitchFamily="50" charset="-128"/>
        <a:ea typeface="Meiryo UI" panose="020B0604030504040204" pitchFamily="50" charset="-128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Meiryo UI" panose="020B0604030504040204" pitchFamily="50" charset="-128"/>
        <a:ea typeface="Meiryo UI" panose="020B0604030504040204" pitchFamily="50" charset="-128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Meiryo UI" panose="020B0604030504040204" pitchFamily="50" charset="-128"/>
        <a:ea typeface="Meiryo UI" panose="020B0604030504040204" pitchFamily="50" charset="-128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ja-JP" altLang="en-US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07D111EE-B1CE-3F40-8B0E-AB6A92B85452}" type="slidenum">
              <a:rPr lang="en-US" altLang="ja-JP" smtClean="0">
                <a:latin typeface="Meiryo UI" panose="020B0604030504040204" pitchFamily="50" charset="-128"/>
                <a:ea typeface="Meiryo UI" panose="020B0604030504040204" pitchFamily="50" charset="-128"/>
              </a:rPr>
              <a:t>1</a:t>
            </a:fld>
            <a:endParaRPr lang="ja-JP" altLang="en-US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85034819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ja-JP" altLang="en-US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07D111EE-B1CE-3F40-8B0E-AB6A92B85452}" type="slidenum">
              <a:rPr lang="en-US" altLang="ja-JP" smtClean="0">
                <a:latin typeface="Meiryo UI" panose="020B0604030504040204" pitchFamily="50" charset="-128"/>
                <a:ea typeface="Meiryo UI" panose="020B0604030504040204" pitchFamily="50" charset="-128"/>
              </a:rPr>
              <a:t>2</a:t>
            </a:fld>
            <a:endParaRPr lang="ja-JP" altLang="en-US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78736348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ja-JP" altLang="en-US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07D111EE-B1CE-3F40-8B0E-AB6A92B85452}" type="slidenum">
              <a:rPr lang="en-US" altLang="ja-JP" smtClean="0">
                <a:latin typeface="Meiryo UI" panose="020B0604030504040204" pitchFamily="50" charset="-128"/>
                <a:ea typeface="Meiryo UI" panose="020B0604030504040204" pitchFamily="50" charset="-128"/>
              </a:rPr>
              <a:t>3</a:t>
            </a:fld>
            <a:endParaRPr lang="ja-JP" altLang="en-US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15384672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ja-JP" altLang="en-US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07D111EE-B1CE-3F40-8B0E-AB6A92B85452}" type="slidenum">
              <a:rPr lang="en-US" altLang="ja-JP" smtClean="0">
                <a:latin typeface="Meiryo UI" panose="020B0604030504040204" pitchFamily="50" charset="-128"/>
                <a:ea typeface="Meiryo UI" panose="020B0604030504040204" pitchFamily="50" charset="-128"/>
              </a:rPr>
              <a:t>4</a:t>
            </a:fld>
            <a:endParaRPr lang="ja-JP" altLang="en-US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99753326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ja-JP" altLang="en-US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07D111EE-B1CE-3F40-8B0E-AB6A92B85452}" type="slidenum">
              <a:rPr lang="en-US" altLang="ja-JP" smtClean="0">
                <a:latin typeface="Meiryo UI" panose="020B0604030504040204" pitchFamily="50" charset="-128"/>
                <a:ea typeface="Meiryo UI" panose="020B0604030504040204" pitchFamily="50" charset="-128"/>
              </a:rPr>
              <a:t>6</a:t>
            </a:fld>
            <a:endParaRPr lang="ja-JP" altLang="en-US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01475716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ja-JP" altLang="en-US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07D111EE-B1CE-3F40-8B0E-AB6A92B85452}" type="slidenum">
              <a:rPr lang="en-US" altLang="ja-JP" smtClean="0">
                <a:latin typeface="Meiryo UI" panose="020B0604030504040204" pitchFamily="50" charset="-128"/>
                <a:ea typeface="Meiryo UI" panose="020B0604030504040204" pitchFamily="50" charset="-128"/>
              </a:rPr>
              <a:t>7</a:t>
            </a:fld>
            <a:endParaRPr lang="ja-JP" altLang="en-US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6392396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ja-JP" altLang="en-US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07D111EE-B1CE-3F40-8B0E-AB6A92B85452}" type="slidenum">
              <a:rPr lang="en-US" altLang="ja-JP" smtClean="0">
                <a:latin typeface="Meiryo UI" panose="020B0604030504040204" pitchFamily="50" charset="-128"/>
                <a:ea typeface="Meiryo UI" panose="020B0604030504040204" pitchFamily="50" charset="-128"/>
              </a:rPr>
              <a:t>8</a:t>
            </a:fld>
            <a:endParaRPr lang="ja-JP" altLang="en-US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53055074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ja-JP" altLang="en-US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07D111EE-B1CE-3F40-8B0E-AB6A92B85452}" type="slidenum">
              <a:rPr lang="en-US" altLang="ja-JP" smtClean="0">
                <a:latin typeface="Meiryo UI" panose="020B0604030504040204" pitchFamily="50" charset="-128"/>
                <a:ea typeface="Meiryo UI" panose="020B0604030504040204" pitchFamily="50" charset="-128"/>
              </a:rPr>
              <a:t>9</a:t>
            </a:fld>
            <a:endParaRPr lang="ja-JP" altLang="en-US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427248596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5F77FE-FD8A-404B-0F44-6F1D8DC66E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0B93A441-4D98-3AF1-8940-3B9373D8F05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5A382E73-4F7E-F8C4-4F20-74A4379F693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ja-JP" altLang="en-US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2AE9B18-52ED-F07B-0F34-3A0BD473572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07D111EE-B1CE-3F40-8B0E-AB6A92B85452}" type="slidenum">
              <a:rPr lang="en-US" altLang="ja-JP" smtClean="0">
                <a:latin typeface="Meiryo UI" panose="020B0604030504040204" pitchFamily="50" charset="-128"/>
                <a:ea typeface="Meiryo UI" panose="020B0604030504040204" pitchFamily="50" charset="-128"/>
              </a:rPr>
              <a:t>10</a:t>
            </a:fld>
            <a:endParaRPr lang="ja-JP" altLang="en-US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98944343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ja-JP" altLang="en-US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07D111EE-B1CE-3F40-8B0E-AB6A92B85452}" type="slidenum">
              <a:rPr lang="en-US" altLang="ja-JP" smtClean="0">
                <a:latin typeface="Meiryo UI" panose="020B0604030504040204" pitchFamily="50" charset="-128"/>
                <a:ea typeface="Meiryo UI" panose="020B0604030504040204" pitchFamily="50" charset="-128"/>
              </a:rPr>
              <a:t>11</a:t>
            </a:fld>
            <a:endParaRPr lang="ja-JP" altLang="en-US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2945486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ja-JP" altLang="en-US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99CAC06A-4905-4B1A-83C1-3B011A8CF04B}" type="slidenum">
              <a:rPr lang="en-US" altLang="ja-JP" smtClean="0">
                <a:latin typeface="Meiryo UI" panose="020B0604030504040204" pitchFamily="50" charset="-128"/>
                <a:ea typeface="Meiryo UI" panose="020B0604030504040204" pitchFamily="50" charset="-128"/>
              </a:rPr>
              <a:t>12</a:t>
            </a:fld>
            <a:endParaRPr lang="ja-JP" altLang="en-US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88031068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タイトル スライド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925CCF1-92C0-4AF3-BFAF-4921631915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</a:lstStyle>
          <a:p>
            <a:fld id="{AD17211D-9D5D-48DC-B274-CD86044526E1}" type="datetime1">
              <a:rPr lang="ja-JP" altLang="en-US" noProof="0" smtClean="0"/>
              <a:t>2026/5/13</a:t>
            </a:fld>
            <a:endParaRPr lang="ja-JP" altLang="en-US" noProof="0" dirty="0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051A78A9-3DFF-4937-A9F2-5D8CF495F3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</a:lstStyle>
          <a:p>
            <a:endParaRPr lang="ja-JP" altLang="en-US" noProof="0" dirty="0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5FAEB271-5CC0-4759-BC6E-8BE53AB227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</a:lstStyle>
          <a:p>
            <a:fld id="{3A98EE3D-8CD1-4C3F-BD1C-C98C9596463C}" type="slidenum">
              <a:rPr lang="en-US" altLang="ja-JP" noProof="0" smtClean="0"/>
              <a:pPr/>
              <a:t>‹#›</a:t>
            </a:fld>
            <a:endParaRPr lang="ja-JP" altLang="en-US" noProof="0" dirty="0"/>
          </a:p>
        </p:txBody>
      </p:sp>
      <p:sp>
        <p:nvSpPr>
          <p:cNvPr id="2" name="タイトル 1"/>
          <p:cNvSpPr>
            <a:spLocks noGrp="1"/>
          </p:cNvSpPr>
          <p:nvPr>
            <p:ph type="ctrTitle"/>
          </p:nvPr>
        </p:nvSpPr>
        <p:spPr>
          <a:xfrm>
            <a:off x="1058669" y="854538"/>
            <a:ext cx="4567608" cy="3566160"/>
          </a:xfrm>
        </p:spPr>
        <p:txBody>
          <a:bodyPr rtlCol="0" anchor="b">
            <a:normAutofit/>
          </a:bodyPr>
          <a:lstStyle>
            <a:lvl1pPr algn="l">
              <a:lnSpc>
                <a:spcPct val="90000"/>
              </a:lnSpc>
              <a:defRPr sz="5400" spc="-50" baseline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</a:lstStyle>
          <a:p>
            <a:pPr rtl="0"/>
            <a:r>
              <a:rPr lang="ja-JP" altLang="en-US" noProof="0"/>
              <a:t>マスター タイトルの書式設定</a:t>
            </a:r>
            <a:endParaRPr lang="ja-JP" altLang="en-US" noProof="0" dirty="0"/>
          </a:p>
        </p:txBody>
      </p:sp>
      <p:sp>
        <p:nvSpPr>
          <p:cNvPr id="3" name="サブタイトル 2"/>
          <p:cNvSpPr>
            <a:spLocks noGrp="1"/>
          </p:cNvSpPr>
          <p:nvPr>
            <p:ph type="subTitle" idx="1" hasCustomPrompt="1"/>
          </p:nvPr>
        </p:nvSpPr>
        <p:spPr>
          <a:xfrm>
            <a:off x="1061440" y="4429842"/>
            <a:ext cx="4567608" cy="1143000"/>
          </a:xfrm>
        </p:spPr>
        <p:txBody>
          <a:bodyPr lIns="91440" rIns="91440" rtlCol="0">
            <a:normAutofit/>
          </a:bodyPr>
          <a:lstStyle>
            <a:lvl1pPr marL="0" indent="0" algn="l">
              <a:buNone/>
              <a:defRPr sz="1600" cap="all" spc="200" baseline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pPr rtl="0"/>
            <a:r>
              <a:rPr lang="ja-JP" altLang="en-US" noProof="0" dirty="0"/>
              <a:t>クリックしてサブタイトルを編集する</a:t>
            </a:r>
          </a:p>
        </p:txBody>
      </p:sp>
      <p:sp>
        <p:nvSpPr>
          <p:cNvPr id="12" name="図プレースホルダー 11">
            <a:extLst>
              <a:ext uri="{FF2B5EF4-FFF2-40B4-BE49-F238E27FC236}">
                <a16:creationId xmlns:a16="http://schemas.microsoft.com/office/drawing/2014/main" id="{C28A7DB8-FEA5-5A4A-85DF-FA1ADFB3EFC5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933721" y="-19458"/>
            <a:ext cx="7261837" cy="6877457"/>
          </a:xfrm>
          <a:custGeom>
            <a:avLst/>
            <a:gdLst>
              <a:gd name="connsiteX0" fmla="*/ 3426278 w 8464509"/>
              <a:gd name="connsiteY0" fmla="*/ 0 h 6858000"/>
              <a:gd name="connsiteX1" fmla="*/ 3440072 w 8464509"/>
              <a:gd name="connsiteY1" fmla="*/ 37000 h 6858000"/>
              <a:gd name="connsiteX2" fmla="*/ 3440072 w 8464509"/>
              <a:gd name="connsiteY2" fmla="*/ 0 h 6858000"/>
              <a:gd name="connsiteX3" fmla="*/ 8464509 w 8464509"/>
              <a:gd name="connsiteY3" fmla="*/ 0 h 6858000"/>
              <a:gd name="connsiteX4" fmla="*/ 8464509 w 8464509"/>
              <a:gd name="connsiteY4" fmla="*/ 6858000 h 6858000"/>
              <a:gd name="connsiteX5" fmla="*/ 3440072 w 8464509"/>
              <a:gd name="connsiteY5" fmla="*/ 6858000 h 6858000"/>
              <a:gd name="connsiteX6" fmla="*/ 3440072 w 8464509"/>
              <a:gd name="connsiteY6" fmla="*/ 6839148 h 6858000"/>
              <a:gd name="connsiteX7" fmla="*/ 0 w 8464509"/>
              <a:gd name="connsiteY7" fmla="*/ 6858000 h 6858000"/>
              <a:gd name="connsiteX0" fmla="*/ 3426278 w 8464509"/>
              <a:gd name="connsiteY0" fmla="*/ 0 h 6858000"/>
              <a:gd name="connsiteX1" fmla="*/ 3440072 w 8464509"/>
              <a:gd name="connsiteY1" fmla="*/ 37000 h 6858000"/>
              <a:gd name="connsiteX2" fmla="*/ 3440072 w 8464509"/>
              <a:gd name="connsiteY2" fmla="*/ 0 h 6858000"/>
              <a:gd name="connsiteX3" fmla="*/ 8464509 w 8464509"/>
              <a:gd name="connsiteY3" fmla="*/ 0 h 6858000"/>
              <a:gd name="connsiteX4" fmla="*/ 8464509 w 8464509"/>
              <a:gd name="connsiteY4" fmla="*/ 6858000 h 6858000"/>
              <a:gd name="connsiteX5" fmla="*/ 3440072 w 8464509"/>
              <a:gd name="connsiteY5" fmla="*/ 6858000 h 6858000"/>
              <a:gd name="connsiteX6" fmla="*/ 0 w 8464509"/>
              <a:gd name="connsiteY6" fmla="*/ 6858000 h 6858000"/>
              <a:gd name="connsiteX7" fmla="*/ 3426278 w 8464509"/>
              <a:gd name="connsiteY7" fmla="*/ 0 h 6858000"/>
              <a:gd name="connsiteX0" fmla="*/ 3426278 w 8464509"/>
              <a:gd name="connsiteY0" fmla="*/ 0 h 6858000"/>
              <a:gd name="connsiteX1" fmla="*/ 3440072 w 8464509"/>
              <a:gd name="connsiteY1" fmla="*/ 37000 h 6858000"/>
              <a:gd name="connsiteX2" fmla="*/ 3440072 w 8464509"/>
              <a:gd name="connsiteY2" fmla="*/ 0 h 6858000"/>
              <a:gd name="connsiteX3" fmla="*/ 8464509 w 8464509"/>
              <a:gd name="connsiteY3" fmla="*/ 0 h 6858000"/>
              <a:gd name="connsiteX4" fmla="*/ 8464509 w 8464509"/>
              <a:gd name="connsiteY4" fmla="*/ 6858000 h 6858000"/>
              <a:gd name="connsiteX5" fmla="*/ 0 w 8464509"/>
              <a:gd name="connsiteY5" fmla="*/ 6858000 h 6858000"/>
              <a:gd name="connsiteX6" fmla="*/ 3426278 w 8464509"/>
              <a:gd name="connsiteY6" fmla="*/ 0 h 6858000"/>
              <a:gd name="connsiteX0" fmla="*/ 3993491 w 8464509"/>
              <a:gd name="connsiteY0" fmla="*/ 19455 h 6858000"/>
              <a:gd name="connsiteX1" fmla="*/ 3440072 w 8464509"/>
              <a:gd name="connsiteY1" fmla="*/ 37000 h 6858000"/>
              <a:gd name="connsiteX2" fmla="*/ 3440072 w 8464509"/>
              <a:gd name="connsiteY2" fmla="*/ 0 h 6858000"/>
              <a:gd name="connsiteX3" fmla="*/ 8464509 w 8464509"/>
              <a:gd name="connsiteY3" fmla="*/ 0 h 6858000"/>
              <a:gd name="connsiteX4" fmla="*/ 8464509 w 8464509"/>
              <a:gd name="connsiteY4" fmla="*/ 6858000 h 6858000"/>
              <a:gd name="connsiteX5" fmla="*/ 0 w 8464509"/>
              <a:gd name="connsiteY5" fmla="*/ 6858000 h 6858000"/>
              <a:gd name="connsiteX6" fmla="*/ 3993491 w 8464509"/>
              <a:gd name="connsiteY6" fmla="*/ 19455 h 6858000"/>
              <a:gd name="connsiteX0" fmla="*/ 3993491 w 8464509"/>
              <a:gd name="connsiteY0" fmla="*/ 19455 h 6858000"/>
              <a:gd name="connsiteX1" fmla="*/ 3440072 w 8464509"/>
              <a:gd name="connsiteY1" fmla="*/ 37000 h 6858000"/>
              <a:gd name="connsiteX2" fmla="*/ 8464509 w 8464509"/>
              <a:gd name="connsiteY2" fmla="*/ 0 h 6858000"/>
              <a:gd name="connsiteX3" fmla="*/ 8464509 w 8464509"/>
              <a:gd name="connsiteY3" fmla="*/ 6858000 h 6858000"/>
              <a:gd name="connsiteX4" fmla="*/ 0 w 8464509"/>
              <a:gd name="connsiteY4" fmla="*/ 6858000 h 6858000"/>
              <a:gd name="connsiteX5" fmla="*/ 3993491 w 8464509"/>
              <a:gd name="connsiteY5" fmla="*/ 19455 h 6858000"/>
              <a:gd name="connsiteX0" fmla="*/ 3993491 w 8464509"/>
              <a:gd name="connsiteY0" fmla="*/ 19455 h 6858000"/>
              <a:gd name="connsiteX1" fmla="*/ 8464509 w 8464509"/>
              <a:gd name="connsiteY1" fmla="*/ 0 h 6858000"/>
              <a:gd name="connsiteX2" fmla="*/ 8464509 w 8464509"/>
              <a:gd name="connsiteY2" fmla="*/ 6858000 h 6858000"/>
              <a:gd name="connsiteX3" fmla="*/ 0 w 8464509"/>
              <a:gd name="connsiteY3" fmla="*/ 6858000 h 6858000"/>
              <a:gd name="connsiteX4" fmla="*/ 3993491 w 8464509"/>
              <a:gd name="connsiteY4" fmla="*/ 19455 h 6858000"/>
              <a:gd name="connsiteX0" fmla="*/ 4061557 w 8464509"/>
              <a:gd name="connsiteY0" fmla="*/ 0 h 6858001"/>
              <a:gd name="connsiteX1" fmla="*/ 8464509 w 8464509"/>
              <a:gd name="connsiteY1" fmla="*/ 1 h 6858001"/>
              <a:gd name="connsiteX2" fmla="*/ 8464509 w 8464509"/>
              <a:gd name="connsiteY2" fmla="*/ 6858001 h 6858001"/>
              <a:gd name="connsiteX3" fmla="*/ 0 w 8464509"/>
              <a:gd name="connsiteY3" fmla="*/ 6858001 h 6858001"/>
              <a:gd name="connsiteX4" fmla="*/ 4061557 w 8464509"/>
              <a:gd name="connsiteY4" fmla="*/ 0 h 6858001"/>
              <a:gd name="connsiteX0" fmla="*/ 5059852 w 8464509"/>
              <a:gd name="connsiteY0" fmla="*/ 19454 h 6858000"/>
              <a:gd name="connsiteX1" fmla="*/ 8464509 w 8464509"/>
              <a:gd name="connsiteY1" fmla="*/ 0 h 6858000"/>
              <a:gd name="connsiteX2" fmla="*/ 8464509 w 8464509"/>
              <a:gd name="connsiteY2" fmla="*/ 6858000 h 6858000"/>
              <a:gd name="connsiteX3" fmla="*/ 0 w 8464509"/>
              <a:gd name="connsiteY3" fmla="*/ 6858000 h 6858000"/>
              <a:gd name="connsiteX4" fmla="*/ 5059852 w 8464509"/>
              <a:gd name="connsiteY4" fmla="*/ 19454 h 6858000"/>
              <a:gd name="connsiteX0" fmla="*/ 4061557 w 8464509"/>
              <a:gd name="connsiteY0" fmla="*/ 0 h 6877457"/>
              <a:gd name="connsiteX1" fmla="*/ 8464509 w 8464509"/>
              <a:gd name="connsiteY1" fmla="*/ 19457 h 6877457"/>
              <a:gd name="connsiteX2" fmla="*/ 8464509 w 8464509"/>
              <a:gd name="connsiteY2" fmla="*/ 6877457 h 6877457"/>
              <a:gd name="connsiteX3" fmla="*/ 0 w 8464509"/>
              <a:gd name="connsiteY3" fmla="*/ 6877457 h 6877457"/>
              <a:gd name="connsiteX4" fmla="*/ 4061557 w 8464509"/>
              <a:gd name="connsiteY4" fmla="*/ 0 h 6877457"/>
              <a:gd name="connsiteX0" fmla="*/ 4040810 w 8464509"/>
              <a:gd name="connsiteY0" fmla="*/ 0 h 6877457"/>
              <a:gd name="connsiteX1" fmla="*/ 8464509 w 8464509"/>
              <a:gd name="connsiteY1" fmla="*/ 19457 h 6877457"/>
              <a:gd name="connsiteX2" fmla="*/ 8464509 w 8464509"/>
              <a:gd name="connsiteY2" fmla="*/ 6877457 h 6877457"/>
              <a:gd name="connsiteX3" fmla="*/ 0 w 8464509"/>
              <a:gd name="connsiteY3" fmla="*/ 6877457 h 6877457"/>
              <a:gd name="connsiteX4" fmla="*/ 4040810 w 8464509"/>
              <a:gd name="connsiteY4" fmla="*/ 0 h 6877457"/>
              <a:gd name="connsiteX0" fmla="*/ 4040810 w 8464509"/>
              <a:gd name="connsiteY0" fmla="*/ 0 h 6877457"/>
              <a:gd name="connsiteX1" fmla="*/ 8464509 w 8464509"/>
              <a:gd name="connsiteY1" fmla="*/ 143986 h 6877457"/>
              <a:gd name="connsiteX2" fmla="*/ 8464509 w 8464509"/>
              <a:gd name="connsiteY2" fmla="*/ 6877457 h 6877457"/>
              <a:gd name="connsiteX3" fmla="*/ 0 w 8464509"/>
              <a:gd name="connsiteY3" fmla="*/ 6877457 h 6877457"/>
              <a:gd name="connsiteX4" fmla="*/ 4040810 w 8464509"/>
              <a:gd name="connsiteY4" fmla="*/ 0 h 6877457"/>
              <a:gd name="connsiteX0" fmla="*/ 4040810 w 8468658"/>
              <a:gd name="connsiteY0" fmla="*/ 0 h 6877457"/>
              <a:gd name="connsiteX1" fmla="*/ 8468658 w 8468658"/>
              <a:gd name="connsiteY1" fmla="*/ 12341 h 6877457"/>
              <a:gd name="connsiteX2" fmla="*/ 8464509 w 8468658"/>
              <a:gd name="connsiteY2" fmla="*/ 6877457 h 6877457"/>
              <a:gd name="connsiteX3" fmla="*/ 0 w 8468658"/>
              <a:gd name="connsiteY3" fmla="*/ 6877457 h 6877457"/>
              <a:gd name="connsiteX4" fmla="*/ 4040810 w 8468658"/>
              <a:gd name="connsiteY4" fmla="*/ 0 h 687745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468658" h="6877457">
                <a:moveTo>
                  <a:pt x="4040810" y="0"/>
                </a:moveTo>
                <a:lnTo>
                  <a:pt x="8468658" y="12341"/>
                </a:lnTo>
                <a:lnTo>
                  <a:pt x="8464509" y="6877457"/>
                </a:lnTo>
                <a:lnTo>
                  <a:pt x="0" y="6877457"/>
                </a:lnTo>
                <a:lnTo>
                  <a:pt x="4040810" y="0"/>
                </a:lnTo>
                <a:close/>
              </a:path>
            </a:pathLst>
          </a:custGeom>
          <a:solidFill>
            <a:schemeClr val="accent4"/>
          </a:solidFill>
        </p:spPr>
        <p:txBody>
          <a:bodyPr wrap="square" rtlCol="0">
            <a:noAutofit/>
          </a:bodyPr>
          <a:lstStyle>
            <a:lvl1pPr>
              <a:defRPr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</a:lstStyle>
          <a:p>
            <a:pPr rtl="0"/>
            <a:r>
              <a:rPr lang="ja-JP" altLang="en-US" noProof="0"/>
              <a:t>アイコンをクリックして図を追加</a:t>
            </a:r>
            <a:endParaRPr lang="ja-JP" altLang="en-US" noProof="0" dirty="0"/>
          </a:p>
        </p:txBody>
      </p:sp>
      <p:sp>
        <p:nvSpPr>
          <p:cNvPr id="14" name="三角形 13">
            <a:extLst>
              <a:ext uri="{FF2B5EF4-FFF2-40B4-BE49-F238E27FC236}">
                <a16:creationId xmlns:a16="http://schemas.microsoft.com/office/drawing/2014/main" id="{6A021AF7-4044-A644-8DB8-495F263390D0}"/>
              </a:ext>
            </a:extLst>
          </p:cNvPr>
          <p:cNvSpPr/>
          <p:nvPr userDrawn="1"/>
        </p:nvSpPr>
        <p:spPr>
          <a:xfrm rot="10800000">
            <a:off x="4933721" y="267867"/>
            <a:ext cx="3031755" cy="3031755"/>
          </a:xfrm>
          <a:prstGeom prst="triangle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ja-JP" altLang="en-US" noProof="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5" name="三角形 14">
            <a:extLst>
              <a:ext uri="{FF2B5EF4-FFF2-40B4-BE49-F238E27FC236}">
                <a16:creationId xmlns:a16="http://schemas.microsoft.com/office/drawing/2014/main" id="{D2DFDB14-A8D5-F944-A91C-960A5C2F22AF}"/>
              </a:ext>
            </a:extLst>
          </p:cNvPr>
          <p:cNvSpPr/>
          <p:nvPr userDrawn="1"/>
        </p:nvSpPr>
        <p:spPr>
          <a:xfrm>
            <a:off x="-22175" y="5596959"/>
            <a:ext cx="1261040" cy="1261040"/>
          </a:xfrm>
          <a:prstGeom prst="triangle">
            <a:avLst/>
          </a:prstGeom>
          <a:pattFill prst="lgGrid">
            <a:fgClr>
              <a:schemeClr val="accent1"/>
            </a:fgClr>
            <a:bgClr>
              <a:schemeClr val="tx1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ja-JP" altLang="en-US" noProof="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6" name="三角形 15">
            <a:extLst>
              <a:ext uri="{FF2B5EF4-FFF2-40B4-BE49-F238E27FC236}">
                <a16:creationId xmlns:a16="http://schemas.microsoft.com/office/drawing/2014/main" id="{B7735FBC-8FBF-9947-B380-14D44D2206B1}"/>
              </a:ext>
            </a:extLst>
          </p:cNvPr>
          <p:cNvSpPr/>
          <p:nvPr userDrawn="1"/>
        </p:nvSpPr>
        <p:spPr>
          <a:xfrm rot="10800000">
            <a:off x="184302" y="236698"/>
            <a:ext cx="519337" cy="519337"/>
          </a:xfrm>
          <a:prstGeom prst="triangle">
            <a:avLst/>
          </a:prstGeom>
          <a:pattFill prst="dkVert">
            <a:fgClr>
              <a:schemeClr val="accent1"/>
            </a:fgClr>
            <a:bgClr>
              <a:schemeClr val="tx1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ja-JP" altLang="en-US" noProof="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7" name="三角形 16">
            <a:extLst>
              <a:ext uri="{FF2B5EF4-FFF2-40B4-BE49-F238E27FC236}">
                <a16:creationId xmlns:a16="http://schemas.microsoft.com/office/drawing/2014/main" id="{17B7C303-8734-B141-AF0D-2945DA349FBD}"/>
              </a:ext>
            </a:extLst>
          </p:cNvPr>
          <p:cNvSpPr/>
          <p:nvPr userDrawn="1"/>
        </p:nvSpPr>
        <p:spPr>
          <a:xfrm>
            <a:off x="4414384" y="5795386"/>
            <a:ext cx="519337" cy="519337"/>
          </a:xfrm>
          <a:prstGeom prst="triangle">
            <a:avLst/>
          </a:prstGeom>
          <a:pattFill prst="wdUpDiag">
            <a:fgClr>
              <a:schemeClr val="accent1"/>
            </a:fgClr>
            <a:bgClr>
              <a:schemeClr val="tx1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ja-JP" altLang="en-US" noProof="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8" name="三角形 17">
            <a:extLst>
              <a:ext uri="{FF2B5EF4-FFF2-40B4-BE49-F238E27FC236}">
                <a16:creationId xmlns:a16="http://schemas.microsoft.com/office/drawing/2014/main" id="{67914AE0-93F2-8346-B885-5734D2B694B2}"/>
              </a:ext>
            </a:extLst>
          </p:cNvPr>
          <p:cNvSpPr/>
          <p:nvPr userDrawn="1"/>
        </p:nvSpPr>
        <p:spPr>
          <a:xfrm rot="5400000">
            <a:off x="-48606" y="3035784"/>
            <a:ext cx="648200" cy="527675"/>
          </a:xfrm>
          <a:prstGeom prst="triangl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ja-JP" altLang="en-US" noProof="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10166772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段組 (横方向)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長方形 13">
            <a:extLst>
              <a:ext uri="{FF2B5EF4-FFF2-40B4-BE49-F238E27FC236}">
                <a16:creationId xmlns:a16="http://schemas.microsoft.com/office/drawing/2014/main" id="{3FFCAC17-2511-3D4F-A318-B241447A2C02}"/>
              </a:ext>
            </a:extLst>
          </p:cNvPr>
          <p:cNvSpPr/>
          <p:nvPr userDrawn="1"/>
        </p:nvSpPr>
        <p:spPr>
          <a:xfrm>
            <a:off x="413825" y="2941613"/>
            <a:ext cx="11364350" cy="3432605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ja-JP" altLang="en-US" noProof="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5" name="コンテンツ プレースホルダー 2">
            <a:extLst>
              <a:ext uri="{FF2B5EF4-FFF2-40B4-BE49-F238E27FC236}">
                <a16:creationId xmlns:a16="http://schemas.microsoft.com/office/drawing/2014/main" id="{C13F5538-7999-A74B-BCB7-A96C8DBCCD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2329" y="4280546"/>
            <a:ext cx="10452848" cy="1791071"/>
          </a:xfrm>
        </p:spPr>
        <p:txBody>
          <a:bodyPr rtlCol="0"/>
          <a:lstStyle>
            <a:lvl1pPr marL="342900" indent="-342900">
              <a:buClr>
                <a:schemeClr val="accent1"/>
              </a:buClr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  <a:lvl2pPr marL="486918" indent="-285750">
              <a:buClr>
                <a:schemeClr val="accent1"/>
              </a:buClr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defRPr>
            </a:lvl2pPr>
            <a:lvl3pPr marL="669798" indent="-285750">
              <a:buClr>
                <a:schemeClr val="accent1"/>
              </a:buClr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defRPr>
            </a:lvl3pPr>
            <a:lvl4pPr marL="852678" indent="-285750">
              <a:buClr>
                <a:schemeClr val="accent1"/>
              </a:buClr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defRPr>
            </a:lvl4pPr>
            <a:lvl5pPr marL="1035558" indent="-285750">
              <a:buClr>
                <a:schemeClr val="accent1"/>
              </a:buClr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defRPr>
            </a:lvl5pPr>
          </a:lstStyle>
          <a:p>
            <a:pPr lvl="0" rtl="0"/>
            <a:r>
              <a:rPr lang="ja-JP" altLang="en-US" noProof="0"/>
              <a:t>マスター テキストの書式設定</a:t>
            </a:r>
          </a:p>
          <a:p>
            <a:pPr lvl="1" rtl="0"/>
            <a:r>
              <a:rPr lang="ja-JP" altLang="en-US" noProof="0"/>
              <a:t>第 </a:t>
            </a:r>
            <a:r>
              <a:rPr lang="en-US" altLang="ja-JP" noProof="0"/>
              <a:t>2 </a:t>
            </a:r>
            <a:r>
              <a:rPr lang="ja-JP" altLang="en-US" noProof="0"/>
              <a:t>レベル</a:t>
            </a:r>
          </a:p>
          <a:p>
            <a:pPr lvl="2" rtl="0"/>
            <a:r>
              <a:rPr lang="ja-JP" altLang="en-US" noProof="0"/>
              <a:t>第 </a:t>
            </a:r>
            <a:r>
              <a:rPr lang="en-US" altLang="ja-JP" noProof="0"/>
              <a:t>3 </a:t>
            </a:r>
            <a:r>
              <a:rPr lang="ja-JP" altLang="en-US" noProof="0"/>
              <a:t>レベル</a:t>
            </a:r>
          </a:p>
          <a:p>
            <a:pPr lvl="3" rtl="0"/>
            <a:r>
              <a:rPr lang="ja-JP" altLang="en-US" noProof="0"/>
              <a:t>第 </a:t>
            </a:r>
            <a:r>
              <a:rPr lang="en-US" altLang="ja-JP" noProof="0"/>
              <a:t>4 </a:t>
            </a:r>
            <a:r>
              <a:rPr lang="ja-JP" altLang="en-US" noProof="0"/>
              <a:t>レベル</a:t>
            </a:r>
          </a:p>
          <a:p>
            <a:pPr lvl="4" rtl="0"/>
            <a:r>
              <a:rPr lang="ja-JP" altLang="en-US" noProof="0"/>
              <a:t>第 </a:t>
            </a:r>
            <a:r>
              <a:rPr lang="en-US" altLang="ja-JP" noProof="0"/>
              <a:t>5 </a:t>
            </a:r>
            <a:r>
              <a:rPr lang="ja-JP" altLang="en-US" noProof="0"/>
              <a:t>レベル</a:t>
            </a:r>
            <a:endParaRPr lang="ja-JP" altLang="en-US" noProof="0" dirty="0"/>
          </a:p>
        </p:txBody>
      </p:sp>
      <p:sp>
        <p:nvSpPr>
          <p:cNvPr id="16" name="日付プレースホルダー 6">
            <a:extLst>
              <a:ext uri="{FF2B5EF4-FFF2-40B4-BE49-F238E27FC236}">
                <a16:creationId xmlns:a16="http://schemas.microsoft.com/office/drawing/2014/main" id="{DE5056B4-56A3-6E40-92E1-FA33B5C8F80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218426" y="6446838"/>
            <a:ext cx="2584850" cy="365125"/>
          </a:xfrm>
        </p:spPr>
        <p:txBody>
          <a:bodyPr rtlCol="0"/>
          <a:lstStyle>
            <a:lvl1pPr>
              <a:defRPr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</a:lstStyle>
          <a:p>
            <a:fld id="{F53727C9-9A56-4203-BBB0-3227A530C8A0}" type="datetime1">
              <a:rPr lang="ja-JP" altLang="en-US" noProof="0" smtClean="0"/>
              <a:t>2026/5/13</a:t>
            </a:fld>
            <a:endParaRPr lang="ja-JP" altLang="en-US" noProof="0" dirty="0"/>
          </a:p>
        </p:txBody>
      </p:sp>
      <p:sp>
        <p:nvSpPr>
          <p:cNvPr id="17" name="フッター プレースホルダー 7">
            <a:extLst>
              <a:ext uri="{FF2B5EF4-FFF2-40B4-BE49-F238E27FC236}">
                <a16:creationId xmlns:a16="http://schemas.microsoft.com/office/drawing/2014/main" id="{A47DE6D7-793F-C846-8A00-3061847B66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97279" y="6446838"/>
            <a:ext cx="6818262" cy="365125"/>
          </a:xfrm>
        </p:spPr>
        <p:txBody>
          <a:bodyPr rtlCol="0"/>
          <a:lstStyle>
            <a:lvl1pPr>
              <a:defRPr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</a:lstStyle>
          <a:p>
            <a:endParaRPr lang="ja-JP" altLang="en-US" noProof="0" dirty="0"/>
          </a:p>
        </p:txBody>
      </p:sp>
      <p:sp>
        <p:nvSpPr>
          <p:cNvPr id="18" name="スライド番号プレースホルダー 8">
            <a:extLst>
              <a:ext uri="{FF2B5EF4-FFF2-40B4-BE49-F238E27FC236}">
                <a16:creationId xmlns:a16="http://schemas.microsoft.com/office/drawing/2014/main" id="{B4C61174-2D39-E640-8A16-DCE6555442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993582" y="6446838"/>
            <a:ext cx="780010" cy="365125"/>
          </a:xfrm>
        </p:spPr>
        <p:txBody>
          <a:bodyPr rtlCol="0"/>
          <a:lstStyle>
            <a:lvl1pPr>
              <a:defRPr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</a:lstStyle>
          <a:p>
            <a:fld id="{3A98EE3D-8CD1-4C3F-BD1C-C98C9596463C}" type="slidenum">
              <a:rPr lang="en-US" altLang="ja-JP" noProof="0" smtClean="0"/>
              <a:pPr/>
              <a:t>‹#›</a:t>
            </a:fld>
            <a:endParaRPr lang="ja-JP" altLang="en-US" noProof="0" dirty="0"/>
          </a:p>
        </p:txBody>
      </p:sp>
      <p:sp>
        <p:nvSpPr>
          <p:cNvPr id="19" name="タイトル 9">
            <a:extLst>
              <a:ext uri="{FF2B5EF4-FFF2-40B4-BE49-F238E27FC236}">
                <a16:creationId xmlns:a16="http://schemas.microsoft.com/office/drawing/2014/main" id="{13596EE0-A679-3B49-BA9A-D5C79B0C83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2329" y="3143154"/>
            <a:ext cx="10452849" cy="910492"/>
          </a:xfrm>
        </p:spPr>
        <p:txBody>
          <a:bodyPr rtlCol="0" anchor="ctr"/>
          <a:lstStyle>
            <a:lvl1pPr algn="l">
              <a:defRPr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</a:lstStyle>
          <a:p>
            <a:pPr rtl="0"/>
            <a:r>
              <a:rPr lang="ja-JP" altLang="en-US" noProof="0"/>
              <a:t>マスター タイトルの書式設定</a:t>
            </a:r>
            <a:endParaRPr lang="ja-JP" altLang="en-US" noProof="0" dirty="0"/>
          </a:p>
        </p:txBody>
      </p:sp>
      <p:sp>
        <p:nvSpPr>
          <p:cNvPr id="20" name="三角形 19">
            <a:extLst>
              <a:ext uri="{FF2B5EF4-FFF2-40B4-BE49-F238E27FC236}">
                <a16:creationId xmlns:a16="http://schemas.microsoft.com/office/drawing/2014/main" id="{3E931B03-E301-6D48-8377-B08DA6C95F0B}"/>
              </a:ext>
            </a:extLst>
          </p:cNvPr>
          <p:cNvSpPr/>
          <p:nvPr userDrawn="1"/>
        </p:nvSpPr>
        <p:spPr>
          <a:xfrm>
            <a:off x="10459099" y="5309445"/>
            <a:ext cx="1465933" cy="1465933"/>
          </a:xfrm>
          <a:prstGeom prst="triangle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ja-JP" altLang="en-US" noProof="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1" name="三角形 20">
            <a:extLst>
              <a:ext uri="{FF2B5EF4-FFF2-40B4-BE49-F238E27FC236}">
                <a16:creationId xmlns:a16="http://schemas.microsoft.com/office/drawing/2014/main" id="{249401AC-F116-8B4C-A1A0-CF88B63E549B}"/>
              </a:ext>
            </a:extLst>
          </p:cNvPr>
          <p:cNvSpPr/>
          <p:nvPr userDrawn="1"/>
        </p:nvSpPr>
        <p:spPr>
          <a:xfrm rot="5400000">
            <a:off x="-48606" y="3334563"/>
            <a:ext cx="648200" cy="527675"/>
          </a:xfrm>
          <a:prstGeom prst="triangl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ja-JP" altLang="en-US" noProof="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" name="図プレースホルダー 3">
            <a:extLst>
              <a:ext uri="{FF2B5EF4-FFF2-40B4-BE49-F238E27FC236}">
                <a16:creationId xmlns:a16="http://schemas.microsoft.com/office/drawing/2014/main" id="{8A3226FF-244B-B540-ABAC-5C0E3DE3103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13824" y="483782"/>
            <a:ext cx="11365992" cy="2457856"/>
          </a:xfrm>
          <a:solidFill>
            <a:schemeClr val="accent1"/>
          </a:solidFill>
        </p:spPr>
        <p:txBody>
          <a:bodyPr rtlCol="0"/>
          <a:lstStyle>
            <a:lvl1pPr>
              <a:defRPr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</a:lstStyle>
          <a:p>
            <a:pPr rtl="0"/>
            <a:r>
              <a:rPr lang="ja-JP" altLang="en-US" noProof="0"/>
              <a:t>アイコンをクリックして図を追加</a:t>
            </a:r>
            <a:endParaRPr lang="ja-JP" altLang="en-US" noProof="0" dirty="0"/>
          </a:p>
        </p:txBody>
      </p:sp>
    </p:spTree>
    <p:extLst>
      <p:ext uri="{BB962C8B-B14F-4D97-AF65-F5344CB8AC3E}">
        <p14:creationId xmlns:p14="http://schemas.microsoft.com/office/powerpoint/2010/main" val="427644867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段組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長方形 12">
            <a:extLst>
              <a:ext uri="{FF2B5EF4-FFF2-40B4-BE49-F238E27FC236}">
                <a16:creationId xmlns:a16="http://schemas.microsoft.com/office/drawing/2014/main" id="{97418687-D621-0443-9593-F546524940B3}"/>
              </a:ext>
            </a:extLst>
          </p:cNvPr>
          <p:cNvSpPr/>
          <p:nvPr userDrawn="1"/>
        </p:nvSpPr>
        <p:spPr>
          <a:xfrm>
            <a:off x="413825" y="483781"/>
            <a:ext cx="11364350" cy="5890438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ja-JP" altLang="en-US" noProof="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>
          <a:xfrm>
            <a:off x="932329" y="2031121"/>
            <a:ext cx="4534616" cy="3933150"/>
          </a:xfrm>
        </p:spPr>
        <p:txBody>
          <a:bodyPr rtlCol="0"/>
          <a:lstStyle>
            <a:lvl1pPr marL="342900" indent="-342900">
              <a:buClr>
                <a:schemeClr val="accent1"/>
              </a:buClr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  <a:lvl2pPr marL="486918" indent="-285750">
              <a:buClr>
                <a:schemeClr val="accent1"/>
              </a:buClr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defRPr>
            </a:lvl2pPr>
            <a:lvl3pPr marL="669798" indent="-285750">
              <a:buClr>
                <a:schemeClr val="accent1"/>
              </a:buClr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defRPr>
            </a:lvl3pPr>
            <a:lvl4pPr marL="852678" indent="-285750">
              <a:buClr>
                <a:schemeClr val="accent1"/>
              </a:buClr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defRPr>
            </a:lvl4pPr>
            <a:lvl5pPr marL="1035558" indent="-285750">
              <a:buClr>
                <a:schemeClr val="accent1"/>
              </a:buClr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defRPr>
            </a:lvl5pPr>
          </a:lstStyle>
          <a:p>
            <a:pPr lvl="0" rtl="0"/>
            <a:r>
              <a:rPr lang="ja-JP" altLang="en-US" noProof="0"/>
              <a:t>マスター テキストの書式設定</a:t>
            </a:r>
          </a:p>
          <a:p>
            <a:pPr lvl="1" rtl="0"/>
            <a:r>
              <a:rPr lang="ja-JP" altLang="en-US" noProof="0"/>
              <a:t>第 </a:t>
            </a:r>
            <a:r>
              <a:rPr lang="en-US" altLang="ja-JP" noProof="0"/>
              <a:t>2 </a:t>
            </a:r>
            <a:r>
              <a:rPr lang="ja-JP" altLang="en-US" noProof="0"/>
              <a:t>レベル</a:t>
            </a:r>
          </a:p>
          <a:p>
            <a:pPr lvl="2" rtl="0"/>
            <a:r>
              <a:rPr lang="ja-JP" altLang="en-US" noProof="0"/>
              <a:t>第 </a:t>
            </a:r>
            <a:r>
              <a:rPr lang="en-US" altLang="ja-JP" noProof="0"/>
              <a:t>3 </a:t>
            </a:r>
            <a:r>
              <a:rPr lang="ja-JP" altLang="en-US" noProof="0"/>
              <a:t>レベル</a:t>
            </a:r>
          </a:p>
          <a:p>
            <a:pPr lvl="3" rtl="0"/>
            <a:r>
              <a:rPr lang="ja-JP" altLang="en-US" noProof="0"/>
              <a:t>第 </a:t>
            </a:r>
            <a:r>
              <a:rPr lang="en-US" altLang="ja-JP" noProof="0"/>
              <a:t>4 </a:t>
            </a:r>
            <a:r>
              <a:rPr lang="ja-JP" altLang="en-US" noProof="0"/>
              <a:t>レベル</a:t>
            </a:r>
          </a:p>
          <a:p>
            <a:pPr lvl="4" rtl="0"/>
            <a:r>
              <a:rPr lang="ja-JP" altLang="en-US" noProof="0"/>
              <a:t>第 </a:t>
            </a:r>
            <a:r>
              <a:rPr lang="en-US" altLang="ja-JP" noProof="0"/>
              <a:t>5 </a:t>
            </a:r>
            <a:r>
              <a:rPr lang="ja-JP" altLang="en-US" noProof="0"/>
              <a:t>レベル</a:t>
            </a:r>
            <a:endParaRPr lang="ja-JP" altLang="en-US" noProof="0" dirty="0"/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354D8B55-9EA8-4B81-8E84-9B93B0A275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</a:lstStyle>
          <a:p>
            <a:fld id="{0C529E7D-1EE5-4AA2-B446-31EA12DCE890}" type="datetime1">
              <a:rPr lang="ja-JP" altLang="en-US" noProof="0" smtClean="0"/>
              <a:t>2026/5/13</a:t>
            </a:fld>
            <a:endParaRPr lang="ja-JP" altLang="en-US" noProof="0" dirty="0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062CA021-2578-47CB-822C-BDDFF7223B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97279" y="6446838"/>
            <a:ext cx="6818262" cy="365125"/>
          </a:xfrm>
        </p:spPr>
        <p:txBody>
          <a:bodyPr rtlCol="0"/>
          <a:lstStyle>
            <a:lvl1pPr>
              <a:defRPr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</a:lstStyle>
          <a:p>
            <a:endParaRPr lang="ja-JP" altLang="en-US" noProof="0" dirty="0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C4AAB51D-4141-4682-9375-DAFD5FB9DD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</a:lstStyle>
          <a:p>
            <a:fld id="{3A98EE3D-8CD1-4C3F-BD1C-C98C9596463C}" type="slidenum">
              <a:rPr lang="en-US" altLang="ja-JP" noProof="0" smtClean="0"/>
              <a:pPr/>
              <a:t>‹#›</a:t>
            </a:fld>
            <a:endParaRPr lang="ja-JP" altLang="en-US" noProof="0" dirty="0"/>
          </a:p>
        </p:txBody>
      </p:sp>
      <p:sp>
        <p:nvSpPr>
          <p:cNvPr id="10" name="タイトル 9">
            <a:extLst>
              <a:ext uri="{FF2B5EF4-FFF2-40B4-BE49-F238E27FC236}">
                <a16:creationId xmlns:a16="http://schemas.microsoft.com/office/drawing/2014/main" id="{E885CA99-382D-3E4B-9C4E-B250026EF3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2330" y="893729"/>
            <a:ext cx="4534616" cy="910492"/>
          </a:xfrm>
        </p:spPr>
        <p:txBody>
          <a:bodyPr rtlCol="0" anchor="ctr"/>
          <a:lstStyle>
            <a:lvl1pPr algn="l">
              <a:defRPr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</a:lstStyle>
          <a:p>
            <a:pPr rtl="0"/>
            <a:r>
              <a:rPr lang="ja-JP" altLang="en-US" noProof="0"/>
              <a:t>マスター タイトルの書式設定</a:t>
            </a:r>
            <a:endParaRPr lang="ja-JP" altLang="en-US" noProof="0" dirty="0"/>
          </a:p>
        </p:txBody>
      </p:sp>
      <p:sp>
        <p:nvSpPr>
          <p:cNvPr id="11" name="三角形 10">
            <a:extLst>
              <a:ext uri="{FF2B5EF4-FFF2-40B4-BE49-F238E27FC236}">
                <a16:creationId xmlns:a16="http://schemas.microsoft.com/office/drawing/2014/main" id="{6FFCA020-4282-7D4F-AD59-3DEA5E91ADAB}"/>
              </a:ext>
            </a:extLst>
          </p:cNvPr>
          <p:cNvSpPr/>
          <p:nvPr userDrawn="1"/>
        </p:nvSpPr>
        <p:spPr>
          <a:xfrm>
            <a:off x="10459099" y="5309445"/>
            <a:ext cx="1465933" cy="1465933"/>
          </a:xfrm>
          <a:prstGeom prst="triangle">
            <a:avLst/>
          </a:prstGeom>
          <a:noFill/>
          <a:ln>
            <a:solidFill>
              <a:srgbClr val="C5AE7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ja-JP" altLang="en-US" noProof="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2" name="三角形 11">
            <a:extLst>
              <a:ext uri="{FF2B5EF4-FFF2-40B4-BE49-F238E27FC236}">
                <a16:creationId xmlns:a16="http://schemas.microsoft.com/office/drawing/2014/main" id="{653A8DFA-7BAB-7F45-AC35-E4D26BDBC78A}"/>
              </a:ext>
            </a:extLst>
          </p:cNvPr>
          <p:cNvSpPr/>
          <p:nvPr userDrawn="1"/>
        </p:nvSpPr>
        <p:spPr>
          <a:xfrm rot="5400000">
            <a:off x="-48606" y="1085137"/>
            <a:ext cx="648200" cy="527675"/>
          </a:xfrm>
          <a:prstGeom prst="triangl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ja-JP" altLang="en-US" noProof="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7" name="図プレースホルダー 16">
            <a:extLst>
              <a:ext uri="{FF2B5EF4-FFF2-40B4-BE49-F238E27FC236}">
                <a16:creationId xmlns:a16="http://schemas.microsoft.com/office/drawing/2014/main" id="{F5D5DA7E-149B-BB4E-918D-C5FF23087FF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727491" y="0"/>
            <a:ext cx="8464509" cy="6858000"/>
          </a:xfrm>
          <a:custGeom>
            <a:avLst/>
            <a:gdLst>
              <a:gd name="connsiteX0" fmla="*/ 3426278 w 8464509"/>
              <a:gd name="connsiteY0" fmla="*/ 0 h 6858000"/>
              <a:gd name="connsiteX1" fmla="*/ 3440072 w 8464509"/>
              <a:gd name="connsiteY1" fmla="*/ 37000 h 6858000"/>
              <a:gd name="connsiteX2" fmla="*/ 3440072 w 8464509"/>
              <a:gd name="connsiteY2" fmla="*/ 0 h 6858000"/>
              <a:gd name="connsiteX3" fmla="*/ 8464509 w 8464509"/>
              <a:gd name="connsiteY3" fmla="*/ 0 h 6858000"/>
              <a:gd name="connsiteX4" fmla="*/ 8464509 w 8464509"/>
              <a:gd name="connsiteY4" fmla="*/ 6858000 h 6858000"/>
              <a:gd name="connsiteX5" fmla="*/ 3440072 w 8464509"/>
              <a:gd name="connsiteY5" fmla="*/ 6858000 h 6858000"/>
              <a:gd name="connsiteX6" fmla="*/ 3440072 w 8464509"/>
              <a:gd name="connsiteY6" fmla="*/ 6839148 h 6858000"/>
              <a:gd name="connsiteX7" fmla="*/ 0 w 8464509"/>
              <a:gd name="connsiteY7" fmla="*/ 6858000 h 6858000"/>
              <a:gd name="connsiteX0" fmla="*/ 3426278 w 8464509"/>
              <a:gd name="connsiteY0" fmla="*/ 0 h 6858000"/>
              <a:gd name="connsiteX1" fmla="*/ 3440072 w 8464509"/>
              <a:gd name="connsiteY1" fmla="*/ 37000 h 6858000"/>
              <a:gd name="connsiteX2" fmla="*/ 3440072 w 8464509"/>
              <a:gd name="connsiteY2" fmla="*/ 0 h 6858000"/>
              <a:gd name="connsiteX3" fmla="*/ 8464509 w 8464509"/>
              <a:gd name="connsiteY3" fmla="*/ 0 h 6858000"/>
              <a:gd name="connsiteX4" fmla="*/ 8464509 w 8464509"/>
              <a:gd name="connsiteY4" fmla="*/ 6858000 h 6858000"/>
              <a:gd name="connsiteX5" fmla="*/ 3440072 w 8464509"/>
              <a:gd name="connsiteY5" fmla="*/ 6858000 h 6858000"/>
              <a:gd name="connsiteX6" fmla="*/ 0 w 8464509"/>
              <a:gd name="connsiteY6" fmla="*/ 6858000 h 6858000"/>
              <a:gd name="connsiteX7" fmla="*/ 3426278 w 8464509"/>
              <a:gd name="connsiteY7" fmla="*/ 0 h 6858000"/>
              <a:gd name="connsiteX0" fmla="*/ 3426278 w 8464509"/>
              <a:gd name="connsiteY0" fmla="*/ 0 h 6858000"/>
              <a:gd name="connsiteX1" fmla="*/ 3440072 w 8464509"/>
              <a:gd name="connsiteY1" fmla="*/ 37000 h 6858000"/>
              <a:gd name="connsiteX2" fmla="*/ 3440072 w 8464509"/>
              <a:gd name="connsiteY2" fmla="*/ 0 h 6858000"/>
              <a:gd name="connsiteX3" fmla="*/ 8464509 w 8464509"/>
              <a:gd name="connsiteY3" fmla="*/ 0 h 6858000"/>
              <a:gd name="connsiteX4" fmla="*/ 8464509 w 8464509"/>
              <a:gd name="connsiteY4" fmla="*/ 6858000 h 6858000"/>
              <a:gd name="connsiteX5" fmla="*/ 0 w 8464509"/>
              <a:gd name="connsiteY5" fmla="*/ 6858000 h 6858000"/>
              <a:gd name="connsiteX6" fmla="*/ 3426278 w 8464509"/>
              <a:gd name="connsiteY6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8464509" h="6858000">
                <a:moveTo>
                  <a:pt x="3426278" y="0"/>
                </a:moveTo>
                <a:lnTo>
                  <a:pt x="3440072" y="37000"/>
                </a:lnTo>
                <a:lnTo>
                  <a:pt x="3440072" y="0"/>
                </a:lnTo>
                <a:lnTo>
                  <a:pt x="8464509" y="0"/>
                </a:lnTo>
                <a:lnTo>
                  <a:pt x="8464509" y="6858000"/>
                </a:lnTo>
                <a:lnTo>
                  <a:pt x="0" y="6858000"/>
                </a:lnTo>
                <a:lnTo>
                  <a:pt x="3426278" y="0"/>
                </a:lnTo>
                <a:close/>
              </a:path>
            </a:pathLst>
          </a:custGeom>
          <a:solidFill>
            <a:schemeClr val="accent4"/>
          </a:solidFill>
        </p:spPr>
        <p:txBody>
          <a:bodyPr wrap="square" rtlCol="0">
            <a:noAutofit/>
          </a:bodyPr>
          <a:lstStyle>
            <a:lvl1pPr>
              <a:defRPr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</a:lstStyle>
          <a:p>
            <a:pPr rtl="0"/>
            <a:r>
              <a:rPr lang="ja-JP" altLang="en-US" noProof="0"/>
              <a:t>アイコンをクリックして図を追加</a:t>
            </a:r>
            <a:endParaRPr lang="ja-JP" altLang="en-US" noProof="0" dirty="0"/>
          </a:p>
        </p:txBody>
      </p:sp>
      <p:sp>
        <p:nvSpPr>
          <p:cNvPr id="19" name="三角形 18">
            <a:extLst>
              <a:ext uri="{FF2B5EF4-FFF2-40B4-BE49-F238E27FC236}">
                <a16:creationId xmlns:a16="http://schemas.microsoft.com/office/drawing/2014/main" id="{BEBB0DCE-DD71-FF40-B471-A617514321E6}"/>
              </a:ext>
            </a:extLst>
          </p:cNvPr>
          <p:cNvSpPr/>
          <p:nvPr userDrawn="1"/>
        </p:nvSpPr>
        <p:spPr>
          <a:xfrm rot="10800000">
            <a:off x="5869115" y="4530"/>
            <a:ext cx="911753" cy="911753"/>
          </a:xfrm>
          <a:prstGeom prst="triangle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ja-JP" altLang="en-US" noProof="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85633777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とコンテンツ (黒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長方形 12">
            <a:extLst>
              <a:ext uri="{FF2B5EF4-FFF2-40B4-BE49-F238E27FC236}">
                <a16:creationId xmlns:a16="http://schemas.microsoft.com/office/drawing/2014/main" id="{97418687-D621-0443-9593-F546524940B3}"/>
              </a:ext>
            </a:extLst>
          </p:cNvPr>
          <p:cNvSpPr/>
          <p:nvPr userDrawn="1"/>
        </p:nvSpPr>
        <p:spPr>
          <a:xfrm>
            <a:off x="413825" y="483781"/>
            <a:ext cx="11364350" cy="5890438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ja-JP" altLang="en-US" noProof="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>
          <a:xfrm>
            <a:off x="932329" y="2031121"/>
            <a:ext cx="10452848" cy="3933150"/>
          </a:xfrm>
        </p:spPr>
        <p:txBody>
          <a:bodyPr rtlCol="0"/>
          <a:lstStyle>
            <a:lvl1pPr marL="342900" indent="-342900">
              <a:buClr>
                <a:schemeClr val="accent1"/>
              </a:buClr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  <a:lvl2pPr marL="486918" indent="-285750">
              <a:buClr>
                <a:schemeClr val="accent1"/>
              </a:buClr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defRPr>
            </a:lvl2pPr>
            <a:lvl3pPr marL="669798" indent="-285750">
              <a:buClr>
                <a:schemeClr val="accent1"/>
              </a:buClr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defRPr>
            </a:lvl3pPr>
            <a:lvl4pPr marL="852678" indent="-285750">
              <a:buClr>
                <a:schemeClr val="accent1"/>
              </a:buClr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defRPr>
            </a:lvl4pPr>
            <a:lvl5pPr marL="1035558" indent="-285750">
              <a:buClr>
                <a:schemeClr val="accent1"/>
              </a:buClr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defRPr>
            </a:lvl5pPr>
          </a:lstStyle>
          <a:p>
            <a:pPr lvl="0" rtl="0"/>
            <a:r>
              <a:rPr lang="ja-JP" altLang="en-US" noProof="0"/>
              <a:t>マスター テキストの書式設定</a:t>
            </a:r>
          </a:p>
          <a:p>
            <a:pPr lvl="1" rtl="0"/>
            <a:r>
              <a:rPr lang="ja-JP" altLang="en-US" noProof="0"/>
              <a:t>第 </a:t>
            </a:r>
            <a:r>
              <a:rPr lang="en-US" altLang="ja-JP" noProof="0"/>
              <a:t>2 </a:t>
            </a:r>
            <a:r>
              <a:rPr lang="ja-JP" altLang="en-US" noProof="0"/>
              <a:t>レベル</a:t>
            </a:r>
          </a:p>
          <a:p>
            <a:pPr lvl="2" rtl="0"/>
            <a:r>
              <a:rPr lang="ja-JP" altLang="en-US" noProof="0"/>
              <a:t>第 </a:t>
            </a:r>
            <a:r>
              <a:rPr lang="en-US" altLang="ja-JP" noProof="0"/>
              <a:t>3 </a:t>
            </a:r>
            <a:r>
              <a:rPr lang="ja-JP" altLang="en-US" noProof="0"/>
              <a:t>レベル</a:t>
            </a:r>
          </a:p>
          <a:p>
            <a:pPr lvl="3" rtl="0"/>
            <a:r>
              <a:rPr lang="ja-JP" altLang="en-US" noProof="0"/>
              <a:t>第 </a:t>
            </a:r>
            <a:r>
              <a:rPr lang="en-US" altLang="ja-JP" noProof="0"/>
              <a:t>4 </a:t>
            </a:r>
            <a:r>
              <a:rPr lang="ja-JP" altLang="en-US" noProof="0"/>
              <a:t>レベル</a:t>
            </a:r>
          </a:p>
          <a:p>
            <a:pPr lvl="4" rtl="0"/>
            <a:r>
              <a:rPr lang="ja-JP" altLang="en-US" noProof="0"/>
              <a:t>第 </a:t>
            </a:r>
            <a:r>
              <a:rPr lang="en-US" altLang="ja-JP" noProof="0"/>
              <a:t>5 </a:t>
            </a:r>
            <a:r>
              <a:rPr lang="ja-JP" altLang="en-US" noProof="0"/>
              <a:t>レベル</a:t>
            </a:r>
            <a:endParaRPr lang="ja-JP" altLang="en-US" noProof="0" dirty="0"/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354D8B55-9EA8-4B81-8E84-9B93B0A275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</a:lstStyle>
          <a:p>
            <a:fld id="{1C5E60B7-06DE-44E6-8596-5E17C8D2402D}" type="datetime1">
              <a:rPr lang="ja-JP" altLang="en-US" noProof="0" smtClean="0"/>
              <a:t>2026/5/13</a:t>
            </a:fld>
            <a:endParaRPr lang="ja-JP" altLang="en-US" noProof="0" dirty="0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062CA021-2578-47CB-822C-BDDFF7223B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</a:lstStyle>
          <a:p>
            <a:endParaRPr lang="ja-JP" altLang="en-US" noProof="0" dirty="0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C4AAB51D-4141-4682-9375-DAFD5FB9DD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</a:lstStyle>
          <a:p>
            <a:fld id="{3A98EE3D-8CD1-4C3F-BD1C-C98C9596463C}" type="slidenum">
              <a:rPr lang="en-US" altLang="ja-JP" noProof="0" smtClean="0"/>
              <a:pPr/>
              <a:t>‹#›</a:t>
            </a:fld>
            <a:endParaRPr lang="ja-JP" altLang="en-US" noProof="0" dirty="0"/>
          </a:p>
        </p:txBody>
      </p:sp>
      <p:sp>
        <p:nvSpPr>
          <p:cNvPr id="10" name="タイトル 9">
            <a:extLst>
              <a:ext uri="{FF2B5EF4-FFF2-40B4-BE49-F238E27FC236}">
                <a16:creationId xmlns:a16="http://schemas.microsoft.com/office/drawing/2014/main" id="{E885CA99-382D-3E4B-9C4E-B250026EF3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2329" y="893729"/>
            <a:ext cx="10452849" cy="910492"/>
          </a:xfrm>
        </p:spPr>
        <p:txBody>
          <a:bodyPr rtlCol="0" anchor="ctr"/>
          <a:lstStyle>
            <a:lvl1pPr algn="l">
              <a:defRPr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</a:lstStyle>
          <a:p>
            <a:pPr rtl="0"/>
            <a:r>
              <a:rPr lang="ja-JP" altLang="en-US" noProof="0"/>
              <a:t>マスター タイトルの書式設定</a:t>
            </a:r>
            <a:endParaRPr lang="ja-JP" altLang="en-US" noProof="0" dirty="0"/>
          </a:p>
        </p:txBody>
      </p:sp>
      <p:sp>
        <p:nvSpPr>
          <p:cNvPr id="11" name="三角形 10">
            <a:extLst>
              <a:ext uri="{FF2B5EF4-FFF2-40B4-BE49-F238E27FC236}">
                <a16:creationId xmlns:a16="http://schemas.microsoft.com/office/drawing/2014/main" id="{6FFCA020-4282-7D4F-AD59-3DEA5E91ADAB}"/>
              </a:ext>
            </a:extLst>
          </p:cNvPr>
          <p:cNvSpPr/>
          <p:nvPr userDrawn="1"/>
        </p:nvSpPr>
        <p:spPr>
          <a:xfrm>
            <a:off x="10459099" y="5309445"/>
            <a:ext cx="1465933" cy="1465933"/>
          </a:xfrm>
          <a:prstGeom prst="triangle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ja-JP" altLang="en-US" noProof="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2" name="三角形 11">
            <a:extLst>
              <a:ext uri="{FF2B5EF4-FFF2-40B4-BE49-F238E27FC236}">
                <a16:creationId xmlns:a16="http://schemas.microsoft.com/office/drawing/2014/main" id="{653A8DFA-7BAB-7F45-AC35-E4D26BDBC78A}"/>
              </a:ext>
            </a:extLst>
          </p:cNvPr>
          <p:cNvSpPr/>
          <p:nvPr userDrawn="1"/>
        </p:nvSpPr>
        <p:spPr>
          <a:xfrm rot="5400000">
            <a:off x="-48606" y="1085138"/>
            <a:ext cx="648200" cy="527675"/>
          </a:xfrm>
          <a:prstGeom prst="triangl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ja-JP" altLang="en-US" noProof="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7929338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のみ (黒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長方形 12">
            <a:extLst>
              <a:ext uri="{FF2B5EF4-FFF2-40B4-BE49-F238E27FC236}">
                <a16:creationId xmlns:a16="http://schemas.microsoft.com/office/drawing/2014/main" id="{97418687-D621-0443-9593-F546524940B3}"/>
              </a:ext>
            </a:extLst>
          </p:cNvPr>
          <p:cNvSpPr/>
          <p:nvPr userDrawn="1"/>
        </p:nvSpPr>
        <p:spPr>
          <a:xfrm>
            <a:off x="413825" y="483781"/>
            <a:ext cx="11364350" cy="5890438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ja-JP" altLang="en-US" noProof="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354D8B55-9EA8-4B81-8E84-9B93B0A275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</a:lstStyle>
          <a:p>
            <a:fld id="{05F07B77-F511-42E4-82DF-F3192ED8B60A}" type="datetime1">
              <a:rPr lang="ja-JP" altLang="en-US" noProof="0" smtClean="0"/>
              <a:t>2026/5/13</a:t>
            </a:fld>
            <a:endParaRPr lang="ja-JP" altLang="en-US" noProof="0" dirty="0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062CA021-2578-47CB-822C-BDDFF7223B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</a:lstStyle>
          <a:p>
            <a:endParaRPr lang="ja-JP" altLang="en-US" noProof="0" dirty="0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C4AAB51D-4141-4682-9375-DAFD5FB9DD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</a:lstStyle>
          <a:p>
            <a:fld id="{3A98EE3D-8CD1-4C3F-BD1C-C98C9596463C}" type="slidenum">
              <a:rPr lang="en-US" altLang="ja-JP" noProof="0" smtClean="0"/>
              <a:pPr/>
              <a:t>‹#›</a:t>
            </a:fld>
            <a:endParaRPr lang="ja-JP" altLang="en-US" noProof="0" dirty="0"/>
          </a:p>
        </p:txBody>
      </p:sp>
      <p:sp>
        <p:nvSpPr>
          <p:cNvPr id="10" name="タイトル 9">
            <a:extLst>
              <a:ext uri="{FF2B5EF4-FFF2-40B4-BE49-F238E27FC236}">
                <a16:creationId xmlns:a16="http://schemas.microsoft.com/office/drawing/2014/main" id="{E885CA99-382D-3E4B-9C4E-B250026EF3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2329" y="893729"/>
            <a:ext cx="10452849" cy="910492"/>
          </a:xfrm>
        </p:spPr>
        <p:txBody>
          <a:bodyPr rtlCol="0" anchor="ctr"/>
          <a:lstStyle>
            <a:lvl1pPr algn="l">
              <a:defRPr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</a:lstStyle>
          <a:p>
            <a:pPr rtl="0"/>
            <a:r>
              <a:rPr lang="ja-JP" altLang="en-US" noProof="0"/>
              <a:t>マスター タイトルの書式設定</a:t>
            </a:r>
            <a:endParaRPr lang="ja-JP" altLang="en-US" noProof="0" dirty="0"/>
          </a:p>
        </p:txBody>
      </p:sp>
      <p:sp>
        <p:nvSpPr>
          <p:cNvPr id="11" name="三角形 10">
            <a:extLst>
              <a:ext uri="{FF2B5EF4-FFF2-40B4-BE49-F238E27FC236}">
                <a16:creationId xmlns:a16="http://schemas.microsoft.com/office/drawing/2014/main" id="{6FFCA020-4282-7D4F-AD59-3DEA5E91ADAB}"/>
              </a:ext>
            </a:extLst>
          </p:cNvPr>
          <p:cNvSpPr/>
          <p:nvPr userDrawn="1"/>
        </p:nvSpPr>
        <p:spPr>
          <a:xfrm>
            <a:off x="10459099" y="5309445"/>
            <a:ext cx="1465933" cy="1465933"/>
          </a:xfrm>
          <a:prstGeom prst="triangle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ja-JP" altLang="en-US" noProof="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2" name="三角形 11">
            <a:extLst>
              <a:ext uri="{FF2B5EF4-FFF2-40B4-BE49-F238E27FC236}">
                <a16:creationId xmlns:a16="http://schemas.microsoft.com/office/drawing/2014/main" id="{653A8DFA-7BAB-7F45-AC35-E4D26BDBC78A}"/>
              </a:ext>
            </a:extLst>
          </p:cNvPr>
          <p:cNvSpPr/>
          <p:nvPr userDrawn="1"/>
        </p:nvSpPr>
        <p:spPr>
          <a:xfrm rot="5400000">
            <a:off x="-48606" y="1085138"/>
            <a:ext cx="648200" cy="527675"/>
          </a:xfrm>
          <a:prstGeom prst="triangl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ja-JP" altLang="en-US" noProof="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42072367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とコンテンツ (白)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長方形 12">
            <a:extLst>
              <a:ext uri="{FF2B5EF4-FFF2-40B4-BE49-F238E27FC236}">
                <a16:creationId xmlns:a16="http://schemas.microsoft.com/office/drawing/2014/main" id="{97418687-D621-0443-9593-F546524940B3}"/>
              </a:ext>
            </a:extLst>
          </p:cNvPr>
          <p:cNvSpPr/>
          <p:nvPr userDrawn="1"/>
        </p:nvSpPr>
        <p:spPr>
          <a:xfrm>
            <a:off x="413825" y="483781"/>
            <a:ext cx="11364350" cy="589043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ja-JP" altLang="en-US" noProof="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354D8B55-9EA8-4B81-8E84-9B93B0A275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</a:lstStyle>
          <a:p>
            <a:fld id="{EF64FCAD-9B38-400E-A1E9-727ABA020130}" type="datetime1">
              <a:rPr lang="ja-JP" altLang="en-US" noProof="0" smtClean="0"/>
              <a:t>2026/5/13</a:t>
            </a:fld>
            <a:endParaRPr lang="ja-JP" altLang="en-US" noProof="0" dirty="0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062CA021-2578-47CB-822C-BDDFF7223B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</a:lstStyle>
          <a:p>
            <a:endParaRPr lang="ja-JP" altLang="en-US" noProof="0" dirty="0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C4AAB51D-4141-4682-9375-DAFD5FB9DD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</a:lstStyle>
          <a:p>
            <a:fld id="{3A98EE3D-8CD1-4C3F-BD1C-C98C9596463C}" type="slidenum">
              <a:rPr lang="en-US" altLang="ja-JP" noProof="0" smtClean="0"/>
              <a:pPr/>
              <a:t>‹#›</a:t>
            </a:fld>
            <a:endParaRPr lang="ja-JP" altLang="en-US" noProof="0" dirty="0"/>
          </a:p>
        </p:txBody>
      </p:sp>
      <p:sp>
        <p:nvSpPr>
          <p:cNvPr id="11" name="三角形 10">
            <a:extLst>
              <a:ext uri="{FF2B5EF4-FFF2-40B4-BE49-F238E27FC236}">
                <a16:creationId xmlns:a16="http://schemas.microsoft.com/office/drawing/2014/main" id="{6FFCA020-4282-7D4F-AD59-3DEA5E91ADAB}"/>
              </a:ext>
            </a:extLst>
          </p:cNvPr>
          <p:cNvSpPr/>
          <p:nvPr userDrawn="1"/>
        </p:nvSpPr>
        <p:spPr>
          <a:xfrm>
            <a:off x="10459099" y="5309445"/>
            <a:ext cx="1465933" cy="1465933"/>
          </a:xfrm>
          <a:prstGeom prst="triangle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ja-JP" altLang="en-US" noProof="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2" name="三角形 11">
            <a:extLst>
              <a:ext uri="{FF2B5EF4-FFF2-40B4-BE49-F238E27FC236}">
                <a16:creationId xmlns:a16="http://schemas.microsoft.com/office/drawing/2014/main" id="{653A8DFA-7BAB-7F45-AC35-E4D26BDBC78A}"/>
              </a:ext>
            </a:extLst>
          </p:cNvPr>
          <p:cNvSpPr/>
          <p:nvPr userDrawn="1"/>
        </p:nvSpPr>
        <p:spPr>
          <a:xfrm rot="5400000">
            <a:off x="-48606" y="1085137"/>
            <a:ext cx="648200" cy="527675"/>
          </a:xfrm>
          <a:prstGeom prst="triangl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ja-JP" altLang="en-US" noProof="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6" name="コンテンツ プレースホルダー 2">
            <a:extLst>
              <a:ext uri="{FF2B5EF4-FFF2-40B4-BE49-F238E27FC236}">
                <a16:creationId xmlns:a16="http://schemas.microsoft.com/office/drawing/2014/main" id="{913F7CD6-7F0D-1C4F-AE97-8E76514EED5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2329" y="2031121"/>
            <a:ext cx="10452848" cy="3933150"/>
          </a:xfrm>
        </p:spPr>
        <p:txBody>
          <a:bodyPr rtlCol="0"/>
          <a:lstStyle>
            <a:lvl1pPr marL="342900" indent="-342900">
              <a:buClr>
                <a:schemeClr val="accent1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  <a:lvl2pPr marL="486918" indent="-285750">
              <a:buClr>
                <a:schemeClr val="accent1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defRPr>
            </a:lvl2pPr>
            <a:lvl3pPr marL="669798" indent="-285750">
              <a:buClr>
                <a:schemeClr val="accent1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defRPr>
            </a:lvl3pPr>
            <a:lvl4pPr marL="852678" indent="-285750">
              <a:buClr>
                <a:schemeClr val="accent1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defRPr>
            </a:lvl4pPr>
            <a:lvl5pPr marL="1035558" indent="-285750">
              <a:buClr>
                <a:schemeClr val="accent1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defRPr>
            </a:lvl5pPr>
          </a:lstStyle>
          <a:p>
            <a:pPr lvl="0" rtl="0"/>
            <a:r>
              <a:rPr lang="ja-JP" altLang="en-US" noProof="0"/>
              <a:t>マスター テキストの書式設定</a:t>
            </a:r>
          </a:p>
          <a:p>
            <a:pPr lvl="1" rtl="0"/>
            <a:r>
              <a:rPr lang="ja-JP" altLang="en-US" noProof="0"/>
              <a:t>第 </a:t>
            </a:r>
            <a:r>
              <a:rPr lang="en-US" altLang="ja-JP" noProof="0"/>
              <a:t>2 </a:t>
            </a:r>
            <a:r>
              <a:rPr lang="ja-JP" altLang="en-US" noProof="0"/>
              <a:t>レベル</a:t>
            </a:r>
          </a:p>
          <a:p>
            <a:pPr lvl="2" rtl="0"/>
            <a:r>
              <a:rPr lang="ja-JP" altLang="en-US" noProof="0"/>
              <a:t>第 </a:t>
            </a:r>
            <a:r>
              <a:rPr lang="en-US" altLang="ja-JP" noProof="0"/>
              <a:t>3 </a:t>
            </a:r>
            <a:r>
              <a:rPr lang="ja-JP" altLang="en-US" noProof="0"/>
              <a:t>レベル</a:t>
            </a:r>
          </a:p>
          <a:p>
            <a:pPr lvl="3" rtl="0"/>
            <a:r>
              <a:rPr lang="ja-JP" altLang="en-US" noProof="0"/>
              <a:t>第 </a:t>
            </a:r>
            <a:r>
              <a:rPr lang="en-US" altLang="ja-JP" noProof="0"/>
              <a:t>4 </a:t>
            </a:r>
            <a:r>
              <a:rPr lang="ja-JP" altLang="en-US" noProof="0"/>
              <a:t>レベル</a:t>
            </a:r>
          </a:p>
          <a:p>
            <a:pPr lvl="4" rtl="0"/>
            <a:r>
              <a:rPr lang="ja-JP" altLang="en-US" noProof="0"/>
              <a:t>第 </a:t>
            </a:r>
            <a:r>
              <a:rPr lang="en-US" altLang="ja-JP" noProof="0"/>
              <a:t>5 </a:t>
            </a:r>
            <a:r>
              <a:rPr lang="ja-JP" altLang="en-US" noProof="0"/>
              <a:t>レベル</a:t>
            </a:r>
            <a:endParaRPr lang="ja-JP" altLang="en-US" noProof="0" dirty="0"/>
          </a:p>
        </p:txBody>
      </p:sp>
      <p:sp>
        <p:nvSpPr>
          <p:cNvPr id="17" name="タイトル 9">
            <a:extLst>
              <a:ext uri="{FF2B5EF4-FFF2-40B4-BE49-F238E27FC236}">
                <a16:creationId xmlns:a16="http://schemas.microsoft.com/office/drawing/2014/main" id="{FC3934F6-C727-0048-AD31-76E16E7796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2329" y="893729"/>
            <a:ext cx="10452849" cy="910492"/>
          </a:xfrm>
        </p:spPr>
        <p:txBody>
          <a:bodyPr rtlCol="0" anchor="ctr"/>
          <a:lstStyle>
            <a:lvl1pPr algn="l">
              <a:defRPr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</a:lstStyle>
          <a:p>
            <a:pPr rtl="0"/>
            <a:r>
              <a:rPr lang="ja-JP" altLang="en-US" noProof="0"/>
              <a:t>マスター タイトルの書式設定</a:t>
            </a:r>
            <a:endParaRPr lang="ja-JP" altLang="en-US" noProof="0" dirty="0"/>
          </a:p>
        </p:txBody>
      </p:sp>
    </p:spTree>
    <p:extLst>
      <p:ext uri="{BB962C8B-B14F-4D97-AF65-F5344CB8AC3E}">
        <p14:creationId xmlns:p14="http://schemas.microsoft.com/office/powerpoint/2010/main" val="34380297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のみ (白)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長方形 12">
            <a:extLst>
              <a:ext uri="{FF2B5EF4-FFF2-40B4-BE49-F238E27FC236}">
                <a16:creationId xmlns:a16="http://schemas.microsoft.com/office/drawing/2014/main" id="{97418687-D621-0443-9593-F546524940B3}"/>
              </a:ext>
            </a:extLst>
          </p:cNvPr>
          <p:cNvSpPr/>
          <p:nvPr userDrawn="1"/>
        </p:nvSpPr>
        <p:spPr>
          <a:xfrm>
            <a:off x="413825" y="483781"/>
            <a:ext cx="11364350" cy="589043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n-US" noProof="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354D8B55-9EA8-4B81-8E84-9B93B0A275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</a:lstStyle>
          <a:p>
            <a:fld id="{8C675A3F-BD38-4633-97A4-7E1D298EC843}" type="datetime1">
              <a:rPr lang="ja-JP" altLang="en-US" smtClean="0"/>
              <a:t>2026/5/13</a:t>
            </a:fld>
            <a:endParaRPr lang="en-US" dirty="0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062CA021-2578-47CB-822C-BDDFF7223B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</a:lstStyle>
          <a:p>
            <a:endParaRPr lang="en-US" dirty="0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C4AAB51D-4141-4682-9375-DAFD5FB9DD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</a:lstStyle>
          <a:p>
            <a:fld id="{3A98EE3D-8CD1-4C3F-BD1C-C98C9596463C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1" name="三角形 10">
            <a:extLst>
              <a:ext uri="{FF2B5EF4-FFF2-40B4-BE49-F238E27FC236}">
                <a16:creationId xmlns:a16="http://schemas.microsoft.com/office/drawing/2014/main" id="{6FFCA020-4282-7D4F-AD59-3DEA5E91ADAB}"/>
              </a:ext>
            </a:extLst>
          </p:cNvPr>
          <p:cNvSpPr/>
          <p:nvPr userDrawn="1"/>
        </p:nvSpPr>
        <p:spPr>
          <a:xfrm>
            <a:off x="10459099" y="5309445"/>
            <a:ext cx="1465933" cy="1465933"/>
          </a:xfrm>
          <a:prstGeom prst="triangle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n-US" noProof="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2" name="三角形 11">
            <a:extLst>
              <a:ext uri="{FF2B5EF4-FFF2-40B4-BE49-F238E27FC236}">
                <a16:creationId xmlns:a16="http://schemas.microsoft.com/office/drawing/2014/main" id="{653A8DFA-7BAB-7F45-AC35-E4D26BDBC78A}"/>
              </a:ext>
            </a:extLst>
          </p:cNvPr>
          <p:cNvSpPr/>
          <p:nvPr userDrawn="1"/>
        </p:nvSpPr>
        <p:spPr>
          <a:xfrm rot="5400000">
            <a:off x="-48606" y="1085137"/>
            <a:ext cx="648200" cy="527675"/>
          </a:xfrm>
          <a:prstGeom prst="triangl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n-US" noProof="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7" name="タイトル 9">
            <a:extLst>
              <a:ext uri="{FF2B5EF4-FFF2-40B4-BE49-F238E27FC236}">
                <a16:creationId xmlns:a16="http://schemas.microsoft.com/office/drawing/2014/main" id="{FC3934F6-C727-0048-AD31-76E16E7796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2329" y="893729"/>
            <a:ext cx="10452849" cy="910492"/>
          </a:xfrm>
        </p:spPr>
        <p:txBody>
          <a:bodyPr rtlCol="0" anchor="ctr"/>
          <a:lstStyle>
            <a:lvl1pPr algn="l">
              <a:defRPr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</a:lstStyle>
          <a:p>
            <a:pPr rtl="0"/>
            <a:r>
              <a:rPr lang="ja-JP" altLang="en-US" noProof="0"/>
              <a:t>マスター タイトルの書式設定</a:t>
            </a:r>
            <a:endParaRPr lang="ja" noProof="0"/>
          </a:p>
        </p:txBody>
      </p:sp>
    </p:spTree>
    <p:extLst>
      <p:ext uri="{BB962C8B-B14F-4D97-AF65-F5344CB8AC3E}">
        <p14:creationId xmlns:p14="http://schemas.microsoft.com/office/powerpoint/2010/main" val="55943207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比較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長方形 24">
            <a:extLst>
              <a:ext uri="{FF2B5EF4-FFF2-40B4-BE49-F238E27FC236}">
                <a16:creationId xmlns:a16="http://schemas.microsoft.com/office/drawing/2014/main" id="{298B14A3-A5A4-2F4A-95D8-651E4818BB24}"/>
              </a:ext>
            </a:extLst>
          </p:cNvPr>
          <p:cNvSpPr/>
          <p:nvPr userDrawn="1"/>
        </p:nvSpPr>
        <p:spPr>
          <a:xfrm>
            <a:off x="413825" y="483781"/>
            <a:ext cx="11364350" cy="589043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ja-JP" altLang="en-US" noProof="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6" name="三角形 25">
            <a:extLst>
              <a:ext uri="{FF2B5EF4-FFF2-40B4-BE49-F238E27FC236}">
                <a16:creationId xmlns:a16="http://schemas.microsoft.com/office/drawing/2014/main" id="{FA21A50F-6662-5046-B75A-1261DC14ABFA}"/>
              </a:ext>
            </a:extLst>
          </p:cNvPr>
          <p:cNvSpPr/>
          <p:nvPr userDrawn="1"/>
        </p:nvSpPr>
        <p:spPr>
          <a:xfrm rot="5400000">
            <a:off x="-48606" y="1085137"/>
            <a:ext cx="648200" cy="527675"/>
          </a:xfrm>
          <a:prstGeom prst="triangl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ja-JP" altLang="en-US" noProof="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grpSp>
        <p:nvGrpSpPr>
          <p:cNvPr id="13" name="グループ 12">
            <a:extLst>
              <a:ext uri="{FF2B5EF4-FFF2-40B4-BE49-F238E27FC236}">
                <a16:creationId xmlns:a16="http://schemas.microsoft.com/office/drawing/2014/main" id="{2FDC47F2-EE1F-4644-989A-72996AC94A96}"/>
              </a:ext>
            </a:extLst>
          </p:cNvPr>
          <p:cNvGrpSpPr/>
          <p:nvPr userDrawn="1"/>
        </p:nvGrpSpPr>
        <p:grpSpPr>
          <a:xfrm>
            <a:off x="401408" y="1983214"/>
            <a:ext cx="5127171" cy="979022"/>
            <a:chOff x="417597" y="1992086"/>
            <a:chExt cx="5127171" cy="979022"/>
          </a:xfrm>
        </p:grpSpPr>
        <p:sp>
          <p:nvSpPr>
            <p:cNvPr id="14" name="長方形 13">
              <a:extLst>
                <a:ext uri="{FF2B5EF4-FFF2-40B4-BE49-F238E27FC236}">
                  <a16:creationId xmlns:a16="http://schemas.microsoft.com/office/drawing/2014/main" id="{386ED203-5311-5B45-870D-8D058E718B91}"/>
                </a:ext>
              </a:extLst>
            </p:cNvPr>
            <p:cNvSpPr/>
            <p:nvPr/>
          </p:nvSpPr>
          <p:spPr>
            <a:xfrm>
              <a:off x="417597" y="1992086"/>
              <a:ext cx="5127171" cy="704702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ja-JP" altLang="en-US" sz="2400" noProof="0" dirty="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5" name="三角形 14">
              <a:extLst>
                <a:ext uri="{FF2B5EF4-FFF2-40B4-BE49-F238E27FC236}">
                  <a16:creationId xmlns:a16="http://schemas.microsoft.com/office/drawing/2014/main" id="{DE2C0F56-426C-5F4D-AAFD-DF53CA60DB1F}"/>
                </a:ext>
              </a:extLst>
            </p:cNvPr>
            <p:cNvSpPr>
              <a:spLocks noChangeAspect="1"/>
            </p:cNvSpPr>
            <p:nvPr/>
          </p:nvSpPr>
          <p:spPr>
            <a:xfrm rot="10800000">
              <a:off x="2821824" y="2696788"/>
              <a:ext cx="318212" cy="274320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ja-JP" altLang="en-US" sz="1400" noProof="0" dirty="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</p:grp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645125" y="1984781"/>
            <a:ext cx="4639736" cy="703135"/>
          </a:xfrm>
        </p:spPr>
        <p:txBody>
          <a:bodyPr lIns="91440" rIns="91440" rtlCol="0" anchor="ctr">
            <a:normAutofit/>
          </a:bodyPr>
          <a:lstStyle>
            <a:lvl1pPr marL="0" indent="0" algn="ctr" rtl="0">
              <a:buNone/>
              <a:defRPr sz="2000" b="0" cap="all" baseline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ja-JP" altLang="en-US" noProof="0"/>
              <a:t>マスター テキストの書式設定</a:t>
            </a:r>
          </a:p>
        </p:txBody>
      </p:sp>
      <p:sp>
        <p:nvSpPr>
          <p:cNvPr id="4" name="コンテンツ プレースホルダー 3"/>
          <p:cNvSpPr>
            <a:spLocks noGrp="1"/>
          </p:cNvSpPr>
          <p:nvPr>
            <p:ph sz="half" idx="2"/>
          </p:nvPr>
        </p:nvSpPr>
        <p:spPr>
          <a:xfrm>
            <a:off x="645125" y="3154858"/>
            <a:ext cx="4639736" cy="2870009"/>
          </a:xfrm>
        </p:spPr>
        <p:txBody>
          <a:bodyPr rtlCol="0"/>
          <a:lstStyle>
            <a:lvl1pPr>
              <a:defRPr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  <a:lvl2pPr>
              <a:defRPr>
                <a:latin typeface="Meiryo UI" panose="020B0604030504040204" pitchFamily="50" charset="-128"/>
                <a:ea typeface="Meiryo UI" panose="020B0604030504040204" pitchFamily="50" charset="-128"/>
              </a:defRPr>
            </a:lvl2pPr>
            <a:lvl3pPr>
              <a:defRPr>
                <a:latin typeface="Meiryo UI" panose="020B0604030504040204" pitchFamily="50" charset="-128"/>
                <a:ea typeface="Meiryo UI" panose="020B0604030504040204" pitchFamily="50" charset="-128"/>
              </a:defRPr>
            </a:lvl3pPr>
            <a:lvl4pPr>
              <a:defRPr>
                <a:latin typeface="Meiryo UI" panose="020B0604030504040204" pitchFamily="50" charset="-128"/>
                <a:ea typeface="Meiryo UI" panose="020B0604030504040204" pitchFamily="50" charset="-128"/>
              </a:defRPr>
            </a:lvl4pPr>
            <a:lvl5pPr>
              <a:defRPr>
                <a:latin typeface="Meiryo UI" panose="020B0604030504040204" pitchFamily="50" charset="-128"/>
                <a:ea typeface="Meiryo UI" panose="020B0604030504040204" pitchFamily="50" charset="-128"/>
              </a:defRPr>
            </a:lvl5pPr>
          </a:lstStyle>
          <a:p>
            <a:pPr lvl="0" rtl="0"/>
            <a:r>
              <a:rPr lang="ja-JP" altLang="en-US" noProof="0"/>
              <a:t>マスター テキストの書式設定</a:t>
            </a:r>
          </a:p>
          <a:p>
            <a:pPr lvl="1" rtl="0"/>
            <a:r>
              <a:rPr lang="ja-JP" altLang="en-US" noProof="0"/>
              <a:t>第 </a:t>
            </a:r>
            <a:r>
              <a:rPr lang="en-US" altLang="ja-JP" noProof="0"/>
              <a:t>2 </a:t>
            </a:r>
            <a:r>
              <a:rPr lang="ja-JP" altLang="en-US" noProof="0"/>
              <a:t>レベル</a:t>
            </a:r>
          </a:p>
          <a:p>
            <a:pPr lvl="2" rtl="0"/>
            <a:r>
              <a:rPr lang="ja-JP" altLang="en-US" noProof="0"/>
              <a:t>第 </a:t>
            </a:r>
            <a:r>
              <a:rPr lang="en-US" altLang="ja-JP" noProof="0"/>
              <a:t>3 </a:t>
            </a:r>
            <a:r>
              <a:rPr lang="ja-JP" altLang="en-US" noProof="0"/>
              <a:t>レベル</a:t>
            </a:r>
          </a:p>
          <a:p>
            <a:pPr lvl="3" rtl="0"/>
            <a:r>
              <a:rPr lang="ja-JP" altLang="en-US" noProof="0"/>
              <a:t>第 </a:t>
            </a:r>
            <a:r>
              <a:rPr lang="en-US" altLang="ja-JP" noProof="0"/>
              <a:t>4 </a:t>
            </a:r>
            <a:r>
              <a:rPr lang="ja-JP" altLang="en-US" noProof="0"/>
              <a:t>レベル</a:t>
            </a:r>
          </a:p>
          <a:p>
            <a:pPr lvl="4" rtl="0"/>
            <a:r>
              <a:rPr lang="ja-JP" altLang="en-US" noProof="0"/>
              <a:t>第 </a:t>
            </a:r>
            <a:r>
              <a:rPr lang="en-US" altLang="ja-JP" noProof="0"/>
              <a:t>5 </a:t>
            </a:r>
            <a:r>
              <a:rPr lang="ja-JP" altLang="en-US" noProof="0"/>
              <a:t>レベル</a:t>
            </a:r>
            <a:endParaRPr lang="ja-JP" altLang="en-US" noProof="0" dirty="0"/>
          </a:p>
        </p:txBody>
      </p:sp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8AF8A515-AA94-45D1-9223-5C2272618D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</a:lstStyle>
          <a:p>
            <a:fld id="{C9ED8B79-03CD-4D0B-BB9D-1A6B7FD5A0D5}" type="datetime1">
              <a:rPr lang="ja-JP" altLang="en-US" noProof="0" smtClean="0"/>
              <a:t>2026/5/13</a:t>
            </a:fld>
            <a:endParaRPr lang="ja-JP" altLang="en-US" noProof="0" dirty="0"/>
          </a:p>
        </p:txBody>
      </p:sp>
      <p:sp>
        <p:nvSpPr>
          <p:cNvPr id="11" name="フッター プレースホルダー 10">
            <a:extLst>
              <a:ext uri="{FF2B5EF4-FFF2-40B4-BE49-F238E27FC236}">
                <a16:creationId xmlns:a16="http://schemas.microsoft.com/office/drawing/2014/main" id="{D052F5BC-98E0-4D60-AD67-9547738B7D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97279" y="6446838"/>
            <a:ext cx="6818262" cy="365125"/>
          </a:xfrm>
        </p:spPr>
        <p:txBody>
          <a:bodyPr rtlCol="0"/>
          <a:lstStyle>
            <a:lvl1pPr>
              <a:defRPr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</a:lstStyle>
          <a:p>
            <a:endParaRPr lang="ja-JP" altLang="en-US" noProof="0" dirty="0"/>
          </a:p>
        </p:txBody>
      </p:sp>
      <p:sp>
        <p:nvSpPr>
          <p:cNvPr id="12" name="スライド番号プレースホルダー 11">
            <a:extLst>
              <a:ext uri="{FF2B5EF4-FFF2-40B4-BE49-F238E27FC236}">
                <a16:creationId xmlns:a16="http://schemas.microsoft.com/office/drawing/2014/main" id="{A38552DC-952E-41EA-AAAF-C2187523C0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</a:lstStyle>
          <a:p>
            <a:fld id="{3A98EE3D-8CD1-4C3F-BD1C-C98C9596463C}" type="slidenum">
              <a:rPr lang="en-US" altLang="ja-JP" noProof="0" smtClean="0"/>
              <a:pPr/>
              <a:t>‹#›</a:t>
            </a:fld>
            <a:endParaRPr lang="ja-JP" altLang="en-US" noProof="0" dirty="0"/>
          </a:p>
        </p:txBody>
      </p:sp>
      <p:grpSp>
        <p:nvGrpSpPr>
          <p:cNvPr id="19" name="グループ 18">
            <a:extLst>
              <a:ext uri="{FF2B5EF4-FFF2-40B4-BE49-F238E27FC236}">
                <a16:creationId xmlns:a16="http://schemas.microsoft.com/office/drawing/2014/main" id="{0EC9B82D-42A0-2549-AF1A-BB955578D14E}"/>
              </a:ext>
            </a:extLst>
          </p:cNvPr>
          <p:cNvGrpSpPr/>
          <p:nvPr userDrawn="1"/>
        </p:nvGrpSpPr>
        <p:grpSpPr>
          <a:xfrm>
            <a:off x="6663674" y="1983214"/>
            <a:ext cx="5127171" cy="979022"/>
            <a:chOff x="417597" y="1992086"/>
            <a:chExt cx="5127171" cy="979022"/>
          </a:xfrm>
        </p:grpSpPr>
        <p:sp>
          <p:nvSpPr>
            <p:cNvPr id="20" name="長方形 19">
              <a:extLst>
                <a:ext uri="{FF2B5EF4-FFF2-40B4-BE49-F238E27FC236}">
                  <a16:creationId xmlns:a16="http://schemas.microsoft.com/office/drawing/2014/main" id="{6F986011-7709-A448-BC93-37507571BAF8}"/>
                </a:ext>
              </a:extLst>
            </p:cNvPr>
            <p:cNvSpPr/>
            <p:nvPr/>
          </p:nvSpPr>
          <p:spPr>
            <a:xfrm>
              <a:off x="417597" y="1992086"/>
              <a:ext cx="5127171" cy="704702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ja-JP" altLang="en-US" sz="2400" noProof="0" dirty="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1" name="三角形 20">
              <a:extLst>
                <a:ext uri="{FF2B5EF4-FFF2-40B4-BE49-F238E27FC236}">
                  <a16:creationId xmlns:a16="http://schemas.microsoft.com/office/drawing/2014/main" id="{97EFE62B-D2C4-6147-8593-BDB17D7FB781}"/>
                </a:ext>
              </a:extLst>
            </p:cNvPr>
            <p:cNvSpPr>
              <a:spLocks noChangeAspect="1"/>
            </p:cNvSpPr>
            <p:nvPr/>
          </p:nvSpPr>
          <p:spPr>
            <a:xfrm rot="10800000">
              <a:off x="2822076" y="2696788"/>
              <a:ext cx="318212" cy="274320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ja-JP" altLang="en-US" sz="1400" noProof="0" dirty="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</p:grpSp>
      <p:sp>
        <p:nvSpPr>
          <p:cNvPr id="22" name="テキスト プレースホルダー 2">
            <a:extLst>
              <a:ext uri="{FF2B5EF4-FFF2-40B4-BE49-F238E27FC236}">
                <a16:creationId xmlns:a16="http://schemas.microsoft.com/office/drawing/2014/main" id="{A343E295-0EB5-2B45-8B07-FB33A0D549D9}"/>
              </a:ext>
            </a:extLst>
          </p:cNvPr>
          <p:cNvSpPr>
            <a:spLocks noGrp="1"/>
          </p:cNvSpPr>
          <p:nvPr>
            <p:ph type="body" idx="13"/>
          </p:nvPr>
        </p:nvSpPr>
        <p:spPr>
          <a:xfrm>
            <a:off x="6907391" y="1984781"/>
            <a:ext cx="4639736" cy="703135"/>
          </a:xfrm>
        </p:spPr>
        <p:txBody>
          <a:bodyPr lIns="91440" rIns="91440" rtlCol="0" anchor="ctr">
            <a:normAutofit/>
          </a:bodyPr>
          <a:lstStyle>
            <a:lvl1pPr marL="0" indent="0" algn="ctr" rtl="0">
              <a:buNone/>
              <a:defRPr sz="2000" b="0" cap="all" baseline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ja-JP" altLang="en-US" noProof="0"/>
              <a:t>マスター テキストの書式設定</a:t>
            </a:r>
          </a:p>
        </p:txBody>
      </p:sp>
      <p:sp>
        <p:nvSpPr>
          <p:cNvPr id="23" name="コンテンツ プレースホルダー 3">
            <a:extLst>
              <a:ext uri="{FF2B5EF4-FFF2-40B4-BE49-F238E27FC236}">
                <a16:creationId xmlns:a16="http://schemas.microsoft.com/office/drawing/2014/main" id="{86411A82-4B2C-2345-940D-003FAE95661B}"/>
              </a:ext>
            </a:extLst>
          </p:cNvPr>
          <p:cNvSpPr>
            <a:spLocks noGrp="1"/>
          </p:cNvSpPr>
          <p:nvPr>
            <p:ph sz="half" idx="14"/>
          </p:nvPr>
        </p:nvSpPr>
        <p:spPr>
          <a:xfrm>
            <a:off x="6907391" y="3154858"/>
            <a:ext cx="4639736" cy="2870009"/>
          </a:xfrm>
        </p:spPr>
        <p:txBody>
          <a:bodyPr rtlCol="0"/>
          <a:lstStyle>
            <a:lvl1pPr>
              <a:defRPr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  <a:lvl2pPr>
              <a:defRPr>
                <a:latin typeface="Meiryo UI" panose="020B0604030504040204" pitchFamily="50" charset="-128"/>
                <a:ea typeface="Meiryo UI" panose="020B0604030504040204" pitchFamily="50" charset="-128"/>
              </a:defRPr>
            </a:lvl2pPr>
            <a:lvl3pPr>
              <a:defRPr>
                <a:latin typeface="Meiryo UI" panose="020B0604030504040204" pitchFamily="50" charset="-128"/>
                <a:ea typeface="Meiryo UI" panose="020B0604030504040204" pitchFamily="50" charset="-128"/>
              </a:defRPr>
            </a:lvl3pPr>
            <a:lvl4pPr>
              <a:defRPr>
                <a:latin typeface="Meiryo UI" panose="020B0604030504040204" pitchFamily="50" charset="-128"/>
                <a:ea typeface="Meiryo UI" panose="020B0604030504040204" pitchFamily="50" charset="-128"/>
              </a:defRPr>
            </a:lvl4pPr>
            <a:lvl5pPr>
              <a:defRPr>
                <a:latin typeface="Meiryo UI" panose="020B0604030504040204" pitchFamily="50" charset="-128"/>
                <a:ea typeface="Meiryo UI" panose="020B0604030504040204" pitchFamily="50" charset="-128"/>
              </a:defRPr>
            </a:lvl5pPr>
          </a:lstStyle>
          <a:p>
            <a:pPr lvl="0" rtl="0"/>
            <a:r>
              <a:rPr lang="ja-JP" altLang="en-US" noProof="0"/>
              <a:t>マスター テキストの書式設定</a:t>
            </a:r>
          </a:p>
          <a:p>
            <a:pPr lvl="1" rtl="0"/>
            <a:r>
              <a:rPr lang="ja-JP" altLang="en-US" noProof="0"/>
              <a:t>第 </a:t>
            </a:r>
            <a:r>
              <a:rPr lang="en-US" altLang="ja-JP" noProof="0"/>
              <a:t>2 </a:t>
            </a:r>
            <a:r>
              <a:rPr lang="ja-JP" altLang="en-US" noProof="0"/>
              <a:t>レベル</a:t>
            </a:r>
          </a:p>
          <a:p>
            <a:pPr lvl="2" rtl="0"/>
            <a:r>
              <a:rPr lang="ja-JP" altLang="en-US" noProof="0"/>
              <a:t>第 </a:t>
            </a:r>
            <a:r>
              <a:rPr lang="en-US" altLang="ja-JP" noProof="0"/>
              <a:t>3 </a:t>
            </a:r>
            <a:r>
              <a:rPr lang="ja-JP" altLang="en-US" noProof="0"/>
              <a:t>レベル</a:t>
            </a:r>
          </a:p>
          <a:p>
            <a:pPr lvl="3" rtl="0"/>
            <a:r>
              <a:rPr lang="ja-JP" altLang="en-US" noProof="0"/>
              <a:t>第 </a:t>
            </a:r>
            <a:r>
              <a:rPr lang="en-US" altLang="ja-JP" noProof="0"/>
              <a:t>4 </a:t>
            </a:r>
            <a:r>
              <a:rPr lang="ja-JP" altLang="en-US" noProof="0"/>
              <a:t>レベル</a:t>
            </a:r>
          </a:p>
          <a:p>
            <a:pPr lvl="4" rtl="0"/>
            <a:r>
              <a:rPr lang="ja-JP" altLang="en-US" noProof="0"/>
              <a:t>第 </a:t>
            </a:r>
            <a:r>
              <a:rPr lang="en-US" altLang="ja-JP" noProof="0"/>
              <a:t>5 </a:t>
            </a:r>
            <a:r>
              <a:rPr lang="ja-JP" altLang="en-US" noProof="0"/>
              <a:t>レベル</a:t>
            </a:r>
            <a:endParaRPr lang="ja-JP" altLang="en-US" noProof="0" dirty="0"/>
          </a:p>
        </p:txBody>
      </p:sp>
      <p:cxnSp>
        <p:nvCxnSpPr>
          <p:cNvPr id="9" name="直線​​コネクタ(S) 8">
            <a:extLst>
              <a:ext uri="{FF2B5EF4-FFF2-40B4-BE49-F238E27FC236}">
                <a16:creationId xmlns:a16="http://schemas.microsoft.com/office/drawing/2014/main" id="{E81638DF-1560-0147-9FCE-648610243627}"/>
              </a:ext>
            </a:extLst>
          </p:cNvPr>
          <p:cNvCxnSpPr/>
          <p:nvPr userDrawn="1"/>
        </p:nvCxnSpPr>
        <p:spPr>
          <a:xfrm>
            <a:off x="6096000" y="2055833"/>
            <a:ext cx="0" cy="3813262"/>
          </a:xfrm>
          <a:prstGeom prst="line">
            <a:avLst/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タイトル 9">
            <a:extLst>
              <a:ext uri="{FF2B5EF4-FFF2-40B4-BE49-F238E27FC236}">
                <a16:creationId xmlns:a16="http://schemas.microsoft.com/office/drawing/2014/main" id="{6500C466-2C7C-0F41-ADF8-F36158F8BC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2330" y="893729"/>
            <a:ext cx="10205573" cy="910492"/>
          </a:xfrm>
        </p:spPr>
        <p:txBody>
          <a:bodyPr rtlCol="0" anchor="ctr"/>
          <a:lstStyle>
            <a:lvl1pPr algn="l">
              <a:defRPr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</a:lstStyle>
          <a:p>
            <a:pPr rtl="0"/>
            <a:r>
              <a:rPr lang="ja-JP" altLang="en-US" noProof="0"/>
              <a:t>マスター タイトルの書式設定</a:t>
            </a:r>
            <a:endParaRPr lang="ja-JP" altLang="en-US" noProof="0" dirty="0"/>
          </a:p>
        </p:txBody>
      </p:sp>
    </p:spTree>
    <p:extLst>
      <p:ext uri="{BB962C8B-B14F-4D97-AF65-F5344CB8AC3E}">
        <p14:creationId xmlns:p14="http://schemas.microsoft.com/office/powerpoint/2010/main" val="29034731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議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94E9223F-721F-47BF-9FD5-0F8D12FF0D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</a:lstStyle>
          <a:p>
            <a:fld id="{1EFF0123-6B04-4903-AA9C-F0CF49105591}" type="datetime1">
              <a:rPr lang="ja-JP" altLang="en-US" noProof="0" smtClean="0"/>
              <a:t>2026/5/13</a:t>
            </a:fld>
            <a:endParaRPr lang="ja-JP" altLang="en-US" noProof="0" dirty="0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05915714-6BBA-4593-8591-4E26F7D58D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</a:lstStyle>
          <a:p>
            <a:endParaRPr lang="ja-JP" altLang="en-US" noProof="0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BE06F857-D2E1-44DD-ABDD-EBB739645B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</a:lstStyle>
          <a:p>
            <a:fld id="{3A98EE3D-8CD1-4C3F-BD1C-C98C9596463C}" type="slidenum">
              <a:rPr lang="en-US" altLang="ja-JP" noProof="0" smtClean="0"/>
              <a:pPr/>
              <a:t>‹#›</a:t>
            </a:fld>
            <a:endParaRPr lang="ja-JP" altLang="en-US" noProof="0" dirty="0"/>
          </a:p>
        </p:txBody>
      </p:sp>
      <p:sp>
        <p:nvSpPr>
          <p:cNvPr id="5" name="長方形 4">
            <a:extLst>
              <a:ext uri="{FF2B5EF4-FFF2-40B4-BE49-F238E27FC236}">
                <a16:creationId xmlns:a16="http://schemas.microsoft.com/office/drawing/2014/main" id="{95E5791F-3F71-BF44-BA4E-0B7D386184DC}"/>
              </a:ext>
            </a:extLst>
          </p:cNvPr>
          <p:cNvSpPr/>
          <p:nvPr userDrawn="1"/>
        </p:nvSpPr>
        <p:spPr>
          <a:xfrm>
            <a:off x="0" y="467833"/>
            <a:ext cx="11729822" cy="5890438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ja-JP" altLang="en-US" noProof="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7" name="三角形 6">
            <a:extLst>
              <a:ext uri="{FF2B5EF4-FFF2-40B4-BE49-F238E27FC236}">
                <a16:creationId xmlns:a16="http://schemas.microsoft.com/office/drawing/2014/main" id="{19AE2E01-52D8-994A-80AC-622260011952}"/>
              </a:ext>
            </a:extLst>
          </p:cNvPr>
          <p:cNvSpPr/>
          <p:nvPr userDrawn="1"/>
        </p:nvSpPr>
        <p:spPr>
          <a:xfrm>
            <a:off x="1915754" y="3684257"/>
            <a:ext cx="3112470" cy="3112470"/>
          </a:xfrm>
          <a:prstGeom prst="triangle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ja-JP" altLang="en-US" noProof="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8" name="三角形 7">
            <a:extLst>
              <a:ext uri="{FF2B5EF4-FFF2-40B4-BE49-F238E27FC236}">
                <a16:creationId xmlns:a16="http://schemas.microsoft.com/office/drawing/2014/main" id="{B8F16C36-FC88-9044-8303-4AAB2C148BA5}"/>
              </a:ext>
            </a:extLst>
          </p:cNvPr>
          <p:cNvSpPr/>
          <p:nvPr userDrawn="1"/>
        </p:nvSpPr>
        <p:spPr>
          <a:xfrm>
            <a:off x="4668946" y="522786"/>
            <a:ext cx="718556" cy="718556"/>
          </a:xfrm>
          <a:prstGeom prst="triangle">
            <a:avLst/>
          </a:prstGeom>
          <a:pattFill prst="dkHorz">
            <a:fgClr>
              <a:schemeClr val="accent1"/>
            </a:fgClr>
            <a:bgClr>
              <a:schemeClr val="tx1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ja-JP" altLang="en-US" noProof="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5" name="図プレースホルダー 14">
            <a:extLst>
              <a:ext uri="{FF2B5EF4-FFF2-40B4-BE49-F238E27FC236}">
                <a16:creationId xmlns:a16="http://schemas.microsoft.com/office/drawing/2014/main" id="{7DA0D001-BFE9-164E-A088-53FE53ABF519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" y="0"/>
            <a:ext cx="5123378" cy="6864485"/>
          </a:xfrm>
          <a:custGeom>
            <a:avLst/>
            <a:gdLst>
              <a:gd name="connsiteX0" fmla="*/ 1602021 w 6096000"/>
              <a:gd name="connsiteY0" fmla="*/ 0 h 6858000"/>
              <a:gd name="connsiteX1" fmla="*/ 6096000 w 6096000"/>
              <a:gd name="connsiteY1" fmla="*/ 0 h 6858000"/>
              <a:gd name="connsiteX2" fmla="*/ 1612869 w 6096000"/>
              <a:gd name="connsiteY2" fmla="*/ 6841445 h 6858000"/>
              <a:gd name="connsiteX3" fmla="*/ 1612869 w 6096000"/>
              <a:gd name="connsiteY3" fmla="*/ 6858000 h 6858000"/>
              <a:gd name="connsiteX4" fmla="*/ 0 w 6096000"/>
              <a:gd name="connsiteY4" fmla="*/ 6858000 h 6858000"/>
              <a:gd name="connsiteX5" fmla="*/ 0 w 6096000"/>
              <a:gd name="connsiteY5" fmla="*/ 0 h 6858000"/>
              <a:gd name="connsiteX6" fmla="*/ 1602021 w 6096000"/>
              <a:gd name="connsiteY6" fmla="*/ 0 h 6858000"/>
              <a:gd name="connsiteX0" fmla="*/ 1602021 w 6096000"/>
              <a:gd name="connsiteY0" fmla="*/ 0 h 6858000"/>
              <a:gd name="connsiteX1" fmla="*/ 6096000 w 6096000"/>
              <a:gd name="connsiteY1" fmla="*/ 0 h 6858000"/>
              <a:gd name="connsiteX2" fmla="*/ 2014112 w 6096000"/>
              <a:gd name="connsiteY2" fmla="*/ 6857657 h 6858000"/>
              <a:gd name="connsiteX3" fmla="*/ 1612869 w 6096000"/>
              <a:gd name="connsiteY3" fmla="*/ 6858000 h 6858000"/>
              <a:gd name="connsiteX4" fmla="*/ 0 w 6096000"/>
              <a:gd name="connsiteY4" fmla="*/ 6858000 h 6858000"/>
              <a:gd name="connsiteX5" fmla="*/ 0 w 6096000"/>
              <a:gd name="connsiteY5" fmla="*/ 0 h 6858000"/>
              <a:gd name="connsiteX6" fmla="*/ 1602021 w 6096000"/>
              <a:gd name="connsiteY6" fmla="*/ 0 h 6858000"/>
              <a:gd name="connsiteX0" fmla="*/ 1602021 w 6096000"/>
              <a:gd name="connsiteY0" fmla="*/ 0 h 6864485"/>
              <a:gd name="connsiteX1" fmla="*/ 6096000 w 6096000"/>
              <a:gd name="connsiteY1" fmla="*/ 0 h 6864485"/>
              <a:gd name="connsiteX2" fmla="*/ 2014112 w 6096000"/>
              <a:gd name="connsiteY2" fmla="*/ 6857657 h 6864485"/>
              <a:gd name="connsiteX3" fmla="*/ 2033403 w 6096000"/>
              <a:gd name="connsiteY3" fmla="*/ 6864485 h 6864485"/>
              <a:gd name="connsiteX4" fmla="*/ 0 w 6096000"/>
              <a:gd name="connsiteY4" fmla="*/ 6858000 h 6864485"/>
              <a:gd name="connsiteX5" fmla="*/ 0 w 6096000"/>
              <a:gd name="connsiteY5" fmla="*/ 0 h 6864485"/>
              <a:gd name="connsiteX6" fmla="*/ 1602021 w 6096000"/>
              <a:gd name="connsiteY6" fmla="*/ 0 h 6864485"/>
              <a:gd name="connsiteX0" fmla="*/ 1602021 w 6096000"/>
              <a:gd name="connsiteY0" fmla="*/ 0 h 6864485"/>
              <a:gd name="connsiteX1" fmla="*/ 6096000 w 6096000"/>
              <a:gd name="connsiteY1" fmla="*/ 0 h 6864485"/>
              <a:gd name="connsiteX2" fmla="*/ 2014112 w 6096000"/>
              <a:gd name="connsiteY2" fmla="*/ 6857657 h 6864485"/>
              <a:gd name="connsiteX3" fmla="*/ 2002538 w 6096000"/>
              <a:gd name="connsiteY3" fmla="*/ 6864485 h 6864485"/>
              <a:gd name="connsiteX4" fmla="*/ 0 w 6096000"/>
              <a:gd name="connsiteY4" fmla="*/ 6858000 h 6864485"/>
              <a:gd name="connsiteX5" fmla="*/ 0 w 6096000"/>
              <a:gd name="connsiteY5" fmla="*/ 0 h 6864485"/>
              <a:gd name="connsiteX6" fmla="*/ 1602021 w 6096000"/>
              <a:gd name="connsiteY6" fmla="*/ 0 h 686448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096000" h="6864485">
                <a:moveTo>
                  <a:pt x="1602021" y="0"/>
                </a:moveTo>
                <a:lnTo>
                  <a:pt x="6096000" y="0"/>
                </a:lnTo>
                <a:lnTo>
                  <a:pt x="2014112" y="6857657"/>
                </a:lnTo>
                <a:lnTo>
                  <a:pt x="2002538" y="6864485"/>
                </a:lnTo>
                <a:lnTo>
                  <a:pt x="0" y="6858000"/>
                </a:lnTo>
                <a:lnTo>
                  <a:pt x="0" y="0"/>
                </a:lnTo>
                <a:lnTo>
                  <a:pt x="1602021" y="0"/>
                </a:lnTo>
                <a:close/>
              </a:path>
            </a:pathLst>
          </a:custGeom>
          <a:solidFill>
            <a:schemeClr val="accent1"/>
          </a:solidFill>
        </p:spPr>
        <p:txBody>
          <a:bodyPr wrap="square" rtlCol="0">
            <a:noAutofit/>
          </a:bodyPr>
          <a:lstStyle>
            <a:lvl1pPr>
              <a:defRPr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</a:lstStyle>
          <a:p>
            <a:pPr rtl="0"/>
            <a:r>
              <a:rPr lang="ja-JP" altLang="en-US" noProof="0"/>
              <a:t>アイコンをクリックして図を追加</a:t>
            </a:r>
            <a:endParaRPr lang="ja-JP" altLang="en-US" noProof="0" dirty="0"/>
          </a:p>
        </p:txBody>
      </p:sp>
      <p:sp>
        <p:nvSpPr>
          <p:cNvPr id="16" name="タイトル 1">
            <a:extLst>
              <a:ext uri="{FF2B5EF4-FFF2-40B4-BE49-F238E27FC236}">
                <a16:creationId xmlns:a16="http://schemas.microsoft.com/office/drawing/2014/main" id="{810C3D4C-012F-184D-B7D5-E89B7B9A726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06410" y="2679259"/>
            <a:ext cx="2988860" cy="1395208"/>
          </a:xfrm>
        </p:spPr>
        <p:txBody>
          <a:bodyPr lIns="0" rtlCol="0" anchor="ctr">
            <a:normAutofit/>
          </a:bodyPr>
          <a:lstStyle>
            <a:lvl1pPr algn="ctr">
              <a:defRPr sz="36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</a:lstStyle>
          <a:p>
            <a:pPr rtl="0"/>
            <a:r>
              <a:rPr lang="ja-JP" altLang="en-US" noProof="0" dirty="0"/>
              <a:t>タイトルをここに入力</a:t>
            </a:r>
          </a:p>
        </p:txBody>
      </p:sp>
      <p:sp>
        <p:nvSpPr>
          <p:cNvPr id="17" name="テキスト プレースホルダー 11">
            <a:extLst>
              <a:ext uri="{FF2B5EF4-FFF2-40B4-BE49-F238E27FC236}">
                <a16:creationId xmlns:a16="http://schemas.microsoft.com/office/drawing/2014/main" id="{D16862ED-2F5E-FE49-AB49-49CEC0EA332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218426" y="793580"/>
            <a:ext cx="3304279" cy="5270839"/>
          </a:xfrm>
        </p:spPr>
        <p:txBody>
          <a:bodyPr lIns="0" rtlCol="0" anchor="ctr">
            <a:normAutofit/>
          </a:bodyPr>
          <a:lstStyle>
            <a:lvl1pPr marL="285750" indent="-285750">
              <a:lnSpc>
                <a:spcPct val="100000"/>
              </a:lnSpc>
              <a:spcBef>
                <a:spcPts val="0"/>
              </a:spcBef>
              <a:spcAft>
                <a:spcPts val="1500"/>
              </a:spcAft>
              <a:buClr>
                <a:schemeClr val="accent1"/>
              </a:buClr>
              <a:buFont typeface="Arial" panose="020B0604020202020204" pitchFamily="34" charset="0"/>
              <a:buChar char="•"/>
              <a:defRPr sz="1600" spc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  <a:lvl2pPr>
              <a:lnSpc>
                <a:spcPct val="150000"/>
              </a:lnSpc>
              <a:defRPr sz="1200" spc="0">
                <a:solidFill>
                  <a:schemeClr val="tx2"/>
                </a:solidFill>
              </a:defRPr>
            </a:lvl2pPr>
            <a:lvl3pPr>
              <a:lnSpc>
                <a:spcPct val="150000"/>
              </a:lnSpc>
              <a:defRPr sz="1200" spc="0">
                <a:solidFill>
                  <a:schemeClr val="tx2"/>
                </a:solidFill>
              </a:defRPr>
            </a:lvl3pPr>
            <a:lvl4pPr>
              <a:lnSpc>
                <a:spcPct val="150000"/>
              </a:lnSpc>
              <a:defRPr sz="1200" spc="0">
                <a:solidFill>
                  <a:schemeClr val="tx2"/>
                </a:solidFill>
              </a:defRPr>
            </a:lvl4pPr>
            <a:lvl5pPr>
              <a:lnSpc>
                <a:spcPct val="150000"/>
              </a:lnSpc>
              <a:defRPr sz="1200" spc="0">
                <a:solidFill>
                  <a:schemeClr val="tx2"/>
                </a:solidFill>
              </a:defRPr>
            </a:lvl5pPr>
          </a:lstStyle>
          <a:p>
            <a:pPr lvl="0" rtl="0"/>
            <a:r>
              <a:rPr lang="ja-JP" altLang="en-US" noProof="0" dirty="0"/>
              <a:t>テキストをここに入力</a:t>
            </a:r>
          </a:p>
        </p:txBody>
      </p:sp>
    </p:spTree>
    <p:extLst>
      <p:ext uri="{BB962C8B-B14F-4D97-AF65-F5344CB8AC3E}">
        <p14:creationId xmlns:p14="http://schemas.microsoft.com/office/powerpoint/2010/main" val="415982550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画像を含む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94E9223F-721F-47BF-9FD5-0F8D12FF0D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</a:lstStyle>
          <a:p>
            <a:fld id="{92DC27CF-897A-4897-AE1C-CFE381BB08BC}" type="datetime1">
              <a:rPr lang="ja-JP" altLang="en-US" noProof="0" smtClean="0"/>
              <a:t>2026/5/13</a:t>
            </a:fld>
            <a:endParaRPr lang="ja-JP" altLang="en-US" noProof="0" dirty="0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05915714-6BBA-4593-8591-4E26F7D58D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</a:lstStyle>
          <a:p>
            <a:endParaRPr lang="ja-JP" altLang="en-US" noProof="0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BE06F857-D2E1-44DD-ABDD-EBB739645B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</a:lstStyle>
          <a:p>
            <a:fld id="{3A98EE3D-8CD1-4C3F-BD1C-C98C9596463C}" type="slidenum">
              <a:rPr lang="en-US" altLang="ja-JP" noProof="0" smtClean="0"/>
              <a:pPr/>
              <a:t>‹#›</a:t>
            </a:fld>
            <a:endParaRPr lang="ja-JP" altLang="en-US" noProof="0" dirty="0"/>
          </a:p>
        </p:txBody>
      </p:sp>
      <p:sp>
        <p:nvSpPr>
          <p:cNvPr id="5" name="長方形 4">
            <a:extLst>
              <a:ext uri="{FF2B5EF4-FFF2-40B4-BE49-F238E27FC236}">
                <a16:creationId xmlns:a16="http://schemas.microsoft.com/office/drawing/2014/main" id="{E872A5F6-5449-2840-B48F-2AA85FE272A3}"/>
              </a:ext>
            </a:extLst>
          </p:cNvPr>
          <p:cNvSpPr/>
          <p:nvPr userDrawn="1"/>
        </p:nvSpPr>
        <p:spPr>
          <a:xfrm>
            <a:off x="0" y="0"/>
            <a:ext cx="3502598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ja-JP" altLang="en-US" noProof="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6" name="三角形 5">
            <a:extLst>
              <a:ext uri="{FF2B5EF4-FFF2-40B4-BE49-F238E27FC236}">
                <a16:creationId xmlns:a16="http://schemas.microsoft.com/office/drawing/2014/main" id="{2B3A8339-6DA4-E549-AEA2-9512C53F064F}"/>
              </a:ext>
            </a:extLst>
          </p:cNvPr>
          <p:cNvSpPr/>
          <p:nvPr userDrawn="1"/>
        </p:nvSpPr>
        <p:spPr>
          <a:xfrm>
            <a:off x="3591475" y="5273069"/>
            <a:ext cx="1486666" cy="1486666"/>
          </a:xfrm>
          <a:prstGeom prst="triangle">
            <a:avLst/>
          </a:prstGeom>
          <a:pattFill prst="lgGrid">
            <a:fgClr>
              <a:schemeClr val="accent1"/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ja-JP" altLang="en-US" noProof="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7" name="三角形 6">
            <a:extLst>
              <a:ext uri="{FF2B5EF4-FFF2-40B4-BE49-F238E27FC236}">
                <a16:creationId xmlns:a16="http://schemas.microsoft.com/office/drawing/2014/main" id="{752EA775-82B0-BA48-8CA2-7A09D72EC958}"/>
              </a:ext>
            </a:extLst>
          </p:cNvPr>
          <p:cNvSpPr/>
          <p:nvPr userDrawn="1"/>
        </p:nvSpPr>
        <p:spPr>
          <a:xfrm>
            <a:off x="76559" y="597553"/>
            <a:ext cx="562863" cy="562863"/>
          </a:xfrm>
          <a:prstGeom prst="triangle">
            <a:avLst/>
          </a:prstGeom>
          <a:pattFill prst="ltVert">
            <a:fgClr>
              <a:schemeClr val="accent1"/>
            </a:fgClr>
            <a:bgClr>
              <a:schemeClr val="tx1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ja-JP" altLang="en-US" noProof="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8" name="三角形 7">
            <a:extLst>
              <a:ext uri="{FF2B5EF4-FFF2-40B4-BE49-F238E27FC236}">
                <a16:creationId xmlns:a16="http://schemas.microsoft.com/office/drawing/2014/main" id="{2C6B50B5-10C1-4A40-9531-4F8DC16892F8}"/>
              </a:ext>
            </a:extLst>
          </p:cNvPr>
          <p:cNvSpPr/>
          <p:nvPr userDrawn="1"/>
        </p:nvSpPr>
        <p:spPr>
          <a:xfrm>
            <a:off x="357990" y="3814571"/>
            <a:ext cx="2960808" cy="2960808"/>
          </a:xfrm>
          <a:prstGeom prst="triangle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ja-JP" altLang="en-US" noProof="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6" name="図プレースホルダー 25">
            <a:extLst>
              <a:ext uri="{FF2B5EF4-FFF2-40B4-BE49-F238E27FC236}">
                <a16:creationId xmlns:a16="http://schemas.microsoft.com/office/drawing/2014/main" id="{CAF18EC0-3F9F-6449-A2B2-A792B70BEA6E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 flipH="1">
            <a:off x="444819" y="597553"/>
            <a:ext cx="6063915" cy="6063915"/>
          </a:xfrm>
          <a:custGeom>
            <a:avLst/>
            <a:gdLst>
              <a:gd name="connsiteX0" fmla="*/ 0 w 6063915"/>
              <a:gd name="connsiteY0" fmla="*/ 0 h 6063915"/>
              <a:gd name="connsiteX1" fmla="*/ 6063915 w 6063915"/>
              <a:gd name="connsiteY1" fmla="*/ 0 h 6063915"/>
              <a:gd name="connsiteX2" fmla="*/ 3031957 w 6063915"/>
              <a:gd name="connsiteY2" fmla="*/ 6063915 h 60639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063915" h="6063915">
                <a:moveTo>
                  <a:pt x="0" y="0"/>
                </a:moveTo>
                <a:lnTo>
                  <a:pt x="6063915" y="0"/>
                </a:lnTo>
                <a:lnTo>
                  <a:pt x="3031957" y="6063915"/>
                </a:lnTo>
                <a:close/>
              </a:path>
            </a:pathLst>
          </a:custGeom>
          <a:solidFill>
            <a:schemeClr val="accent1"/>
          </a:solidFill>
        </p:spPr>
        <p:txBody>
          <a:bodyPr wrap="square" rtlCol="0">
            <a:noAutofit/>
          </a:bodyPr>
          <a:lstStyle>
            <a:lvl1pPr>
              <a:defRPr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</a:lstStyle>
          <a:p>
            <a:pPr rtl="0"/>
            <a:r>
              <a:rPr lang="ja-JP" altLang="en-US" noProof="0"/>
              <a:t>アイコンをクリックして図を追加</a:t>
            </a:r>
            <a:endParaRPr lang="ja-JP" altLang="en-US" noProof="0" dirty="0"/>
          </a:p>
        </p:txBody>
      </p:sp>
      <p:sp>
        <p:nvSpPr>
          <p:cNvPr id="28" name="タイトル 1">
            <a:extLst>
              <a:ext uri="{FF2B5EF4-FFF2-40B4-BE49-F238E27FC236}">
                <a16:creationId xmlns:a16="http://schemas.microsoft.com/office/drawing/2014/main" id="{68357860-E91C-1745-A5D1-921689BF47A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876994" y="1535397"/>
            <a:ext cx="4845068" cy="1858617"/>
          </a:xfrm>
        </p:spPr>
        <p:txBody>
          <a:bodyPr rtlCol="0" anchor="b">
            <a:normAutofit/>
          </a:bodyPr>
          <a:lstStyle>
            <a:lvl1pPr algn="l">
              <a:defRPr sz="4800" i="0">
                <a:solidFill>
                  <a:schemeClr val="tx1">
                    <a:lumMod val="85000"/>
                    <a:lumOff val="15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</a:lstStyle>
          <a:p>
            <a:pPr rtl="0"/>
            <a:r>
              <a:rPr lang="ja-JP" altLang="en-US" noProof="0" dirty="0"/>
              <a:t>タイトルをここに入力</a:t>
            </a:r>
          </a:p>
        </p:txBody>
      </p:sp>
      <p:sp>
        <p:nvSpPr>
          <p:cNvPr id="29" name="コンテンツ プレースホルダー 2">
            <a:extLst>
              <a:ext uri="{FF2B5EF4-FFF2-40B4-BE49-F238E27FC236}">
                <a16:creationId xmlns:a16="http://schemas.microsoft.com/office/drawing/2014/main" id="{094A3FA1-7F3F-2D41-ABE1-512FA9FC48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76996" y="3401899"/>
            <a:ext cx="4845066" cy="2107095"/>
          </a:xfrm>
        </p:spPr>
        <p:txBody>
          <a:bodyPr rtlCol="0"/>
          <a:lstStyle>
            <a:lvl1pPr marL="182880" indent="-182880" algn="l">
              <a:buClr>
                <a:srgbClr val="C5AE76"/>
              </a:buClr>
              <a:buFont typeface="Arial" panose="020B0604020202020204" pitchFamily="34" charset="0"/>
              <a:buChar char="•"/>
              <a:defRPr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  <a:lvl2pPr marL="384048" indent="-182880" algn="l">
              <a:buClr>
                <a:srgbClr val="C5AE76"/>
              </a:buClr>
              <a:buFont typeface="Arial" panose="020B0604020202020204" pitchFamily="34" charset="0"/>
              <a:buChar char="•"/>
              <a:defRPr>
                <a:latin typeface="Meiryo UI" panose="020B0604030504040204" pitchFamily="50" charset="-128"/>
                <a:ea typeface="Meiryo UI" panose="020B0604030504040204" pitchFamily="50" charset="-128"/>
              </a:defRPr>
            </a:lvl2pPr>
            <a:lvl3pPr marL="566928" indent="-182880" algn="l">
              <a:buClr>
                <a:srgbClr val="C5AE76"/>
              </a:buClr>
              <a:buFont typeface="Arial" panose="020B0604020202020204" pitchFamily="34" charset="0"/>
              <a:buChar char="•"/>
              <a:defRPr>
                <a:latin typeface="Meiryo UI" panose="020B0604030504040204" pitchFamily="50" charset="-128"/>
                <a:ea typeface="Meiryo UI" panose="020B0604030504040204" pitchFamily="50" charset="-128"/>
              </a:defRPr>
            </a:lvl3pPr>
            <a:lvl4pPr marL="749808" indent="-182880" algn="l">
              <a:buClr>
                <a:srgbClr val="C5AE76"/>
              </a:buClr>
              <a:buFont typeface="Arial" panose="020B0604020202020204" pitchFamily="34" charset="0"/>
              <a:buChar char="•"/>
              <a:defRPr>
                <a:latin typeface="Meiryo UI" panose="020B0604030504040204" pitchFamily="50" charset="-128"/>
                <a:ea typeface="Meiryo UI" panose="020B0604030504040204" pitchFamily="50" charset="-128"/>
              </a:defRPr>
            </a:lvl4pPr>
            <a:lvl5pPr marL="932688" indent="-182880" algn="l">
              <a:buClr>
                <a:srgbClr val="C5AE76"/>
              </a:buClr>
              <a:buFont typeface="Arial" panose="020B0604020202020204" pitchFamily="34" charset="0"/>
              <a:buChar char="•"/>
              <a:defRPr>
                <a:latin typeface="Meiryo UI" panose="020B0604030504040204" pitchFamily="50" charset="-128"/>
                <a:ea typeface="Meiryo UI" panose="020B0604030504040204" pitchFamily="50" charset="-128"/>
              </a:defRPr>
            </a:lvl5pPr>
          </a:lstStyle>
          <a:p>
            <a:pPr lvl="0" rtl="0"/>
            <a:r>
              <a:rPr lang="ja-JP" altLang="en-US" noProof="0"/>
              <a:t>マスター テキストの書式設定</a:t>
            </a:r>
          </a:p>
          <a:p>
            <a:pPr lvl="1" rtl="0"/>
            <a:r>
              <a:rPr lang="ja-JP" altLang="en-US" noProof="0"/>
              <a:t>第 </a:t>
            </a:r>
            <a:r>
              <a:rPr lang="en-US" altLang="ja-JP" noProof="0"/>
              <a:t>2 </a:t>
            </a:r>
            <a:r>
              <a:rPr lang="ja-JP" altLang="en-US" noProof="0"/>
              <a:t>レベル</a:t>
            </a:r>
          </a:p>
          <a:p>
            <a:pPr lvl="2" rtl="0"/>
            <a:r>
              <a:rPr lang="ja-JP" altLang="en-US" noProof="0"/>
              <a:t>第 </a:t>
            </a:r>
            <a:r>
              <a:rPr lang="en-US" altLang="ja-JP" noProof="0"/>
              <a:t>3 </a:t>
            </a:r>
            <a:r>
              <a:rPr lang="ja-JP" altLang="en-US" noProof="0"/>
              <a:t>レベル</a:t>
            </a:r>
          </a:p>
          <a:p>
            <a:pPr lvl="3" rtl="0"/>
            <a:r>
              <a:rPr lang="ja-JP" altLang="en-US" noProof="0"/>
              <a:t>第 </a:t>
            </a:r>
            <a:r>
              <a:rPr lang="en-US" altLang="ja-JP" noProof="0"/>
              <a:t>4 </a:t>
            </a:r>
            <a:r>
              <a:rPr lang="ja-JP" altLang="en-US" noProof="0"/>
              <a:t>レベル</a:t>
            </a:r>
          </a:p>
          <a:p>
            <a:pPr lvl="4" rtl="0"/>
            <a:r>
              <a:rPr lang="ja-JP" altLang="en-US" noProof="0"/>
              <a:t>第 </a:t>
            </a:r>
            <a:r>
              <a:rPr lang="en-US" altLang="ja-JP" noProof="0"/>
              <a:t>5 </a:t>
            </a:r>
            <a:r>
              <a:rPr lang="ja-JP" altLang="en-US" noProof="0"/>
              <a:t>レベル</a:t>
            </a:r>
            <a:endParaRPr lang="ja-JP" altLang="en-US" noProof="0" dirty="0"/>
          </a:p>
        </p:txBody>
      </p:sp>
    </p:spTree>
    <p:extLst>
      <p:ext uri="{BB962C8B-B14F-4D97-AF65-F5344CB8AC3E}">
        <p14:creationId xmlns:p14="http://schemas.microsoft.com/office/powerpoint/2010/main" val="49798578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画像を含む狭い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94E9223F-721F-47BF-9FD5-0F8D12FF0D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</a:lstStyle>
          <a:p>
            <a:fld id="{3923C490-EFE6-4945-8A25-7D8E084634B7}" type="datetime1">
              <a:rPr lang="ja-JP" altLang="en-US" noProof="0" smtClean="0"/>
              <a:t>2026/5/13</a:t>
            </a:fld>
            <a:endParaRPr lang="ja-JP" altLang="en-US" noProof="0" dirty="0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05915714-6BBA-4593-8591-4E26F7D58D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</a:lstStyle>
          <a:p>
            <a:endParaRPr lang="ja-JP" altLang="en-US" noProof="0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BE06F857-D2E1-44DD-ABDD-EBB739645B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</a:lstStyle>
          <a:p>
            <a:fld id="{3A98EE3D-8CD1-4C3F-BD1C-C98C9596463C}" type="slidenum">
              <a:rPr lang="en-US" altLang="ja-JP" noProof="0" smtClean="0"/>
              <a:pPr/>
              <a:t>‹#›</a:t>
            </a:fld>
            <a:endParaRPr lang="ja-JP" altLang="en-US" noProof="0" dirty="0"/>
          </a:p>
        </p:txBody>
      </p:sp>
      <p:sp>
        <p:nvSpPr>
          <p:cNvPr id="5" name="長方形 3">
            <a:extLst>
              <a:ext uri="{FF2B5EF4-FFF2-40B4-BE49-F238E27FC236}">
                <a16:creationId xmlns:a16="http://schemas.microsoft.com/office/drawing/2014/main" id="{B4D4881A-F72E-2D4F-BC41-5D2839D87000}"/>
              </a:ext>
            </a:extLst>
          </p:cNvPr>
          <p:cNvSpPr/>
          <p:nvPr userDrawn="1"/>
        </p:nvSpPr>
        <p:spPr>
          <a:xfrm>
            <a:off x="4997302" y="0"/>
            <a:ext cx="7194698" cy="6879265"/>
          </a:xfrm>
          <a:custGeom>
            <a:avLst/>
            <a:gdLst>
              <a:gd name="connsiteX0" fmla="*/ 0 w 5004391"/>
              <a:gd name="connsiteY0" fmla="*/ 0 h 6858000"/>
              <a:gd name="connsiteX1" fmla="*/ 5004391 w 5004391"/>
              <a:gd name="connsiteY1" fmla="*/ 0 h 6858000"/>
              <a:gd name="connsiteX2" fmla="*/ 5004391 w 5004391"/>
              <a:gd name="connsiteY2" fmla="*/ 6858000 h 6858000"/>
              <a:gd name="connsiteX3" fmla="*/ 0 w 5004391"/>
              <a:gd name="connsiteY3" fmla="*/ 6858000 h 6858000"/>
              <a:gd name="connsiteX4" fmla="*/ 0 w 5004391"/>
              <a:gd name="connsiteY4" fmla="*/ 0 h 6858000"/>
              <a:gd name="connsiteX0" fmla="*/ 1424763 w 5004391"/>
              <a:gd name="connsiteY0" fmla="*/ 0 h 6858000"/>
              <a:gd name="connsiteX1" fmla="*/ 5004391 w 5004391"/>
              <a:gd name="connsiteY1" fmla="*/ 0 h 6858000"/>
              <a:gd name="connsiteX2" fmla="*/ 5004391 w 5004391"/>
              <a:gd name="connsiteY2" fmla="*/ 6858000 h 6858000"/>
              <a:gd name="connsiteX3" fmla="*/ 0 w 5004391"/>
              <a:gd name="connsiteY3" fmla="*/ 6858000 h 6858000"/>
              <a:gd name="connsiteX4" fmla="*/ 1424763 w 5004391"/>
              <a:gd name="connsiteY4" fmla="*/ 0 h 6858000"/>
              <a:gd name="connsiteX0" fmla="*/ 1275907 w 5004391"/>
              <a:gd name="connsiteY0" fmla="*/ 21265 h 6858000"/>
              <a:gd name="connsiteX1" fmla="*/ 5004391 w 5004391"/>
              <a:gd name="connsiteY1" fmla="*/ 0 h 6858000"/>
              <a:gd name="connsiteX2" fmla="*/ 5004391 w 5004391"/>
              <a:gd name="connsiteY2" fmla="*/ 6858000 h 6858000"/>
              <a:gd name="connsiteX3" fmla="*/ 0 w 5004391"/>
              <a:gd name="connsiteY3" fmla="*/ 6858000 h 6858000"/>
              <a:gd name="connsiteX4" fmla="*/ 1275907 w 5004391"/>
              <a:gd name="connsiteY4" fmla="*/ 21265 h 6858000"/>
              <a:gd name="connsiteX0" fmla="*/ 3466214 w 7194698"/>
              <a:gd name="connsiteY0" fmla="*/ 21265 h 6879265"/>
              <a:gd name="connsiteX1" fmla="*/ 7194698 w 7194698"/>
              <a:gd name="connsiteY1" fmla="*/ 0 h 6879265"/>
              <a:gd name="connsiteX2" fmla="*/ 7194698 w 7194698"/>
              <a:gd name="connsiteY2" fmla="*/ 6858000 h 6879265"/>
              <a:gd name="connsiteX3" fmla="*/ 0 w 7194698"/>
              <a:gd name="connsiteY3" fmla="*/ 6879265 h 6879265"/>
              <a:gd name="connsiteX4" fmla="*/ 3466214 w 7194698"/>
              <a:gd name="connsiteY4" fmla="*/ 21265 h 687926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194698" h="6879265">
                <a:moveTo>
                  <a:pt x="3466214" y="21265"/>
                </a:moveTo>
                <a:lnTo>
                  <a:pt x="7194698" y="0"/>
                </a:lnTo>
                <a:lnTo>
                  <a:pt x="7194698" y="6858000"/>
                </a:lnTo>
                <a:lnTo>
                  <a:pt x="0" y="6879265"/>
                </a:lnTo>
                <a:lnTo>
                  <a:pt x="3466214" y="21265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ja-JP" altLang="en-US" noProof="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6" name="三角形 5">
            <a:extLst>
              <a:ext uri="{FF2B5EF4-FFF2-40B4-BE49-F238E27FC236}">
                <a16:creationId xmlns:a16="http://schemas.microsoft.com/office/drawing/2014/main" id="{214CA4B6-21BC-234A-9FAD-E362D7F194C4}"/>
              </a:ext>
            </a:extLst>
          </p:cNvPr>
          <p:cNvSpPr/>
          <p:nvPr userDrawn="1"/>
        </p:nvSpPr>
        <p:spPr>
          <a:xfrm>
            <a:off x="2571311" y="3814571"/>
            <a:ext cx="2960808" cy="2960808"/>
          </a:xfrm>
          <a:prstGeom prst="triangle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ja-JP" altLang="en-US" noProof="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7" name="三角形 6">
            <a:extLst>
              <a:ext uri="{FF2B5EF4-FFF2-40B4-BE49-F238E27FC236}">
                <a16:creationId xmlns:a16="http://schemas.microsoft.com/office/drawing/2014/main" id="{815F04B4-E3C0-0845-8DEC-98C63E21B466}"/>
              </a:ext>
            </a:extLst>
          </p:cNvPr>
          <p:cNvSpPr/>
          <p:nvPr userDrawn="1"/>
        </p:nvSpPr>
        <p:spPr>
          <a:xfrm rot="10800000">
            <a:off x="2277396" y="3814571"/>
            <a:ext cx="1360968" cy="1360968"/>
          </a:xfrm>
          <a:prstGeom prst="triangle">
            <a:avLst/>
          </a:prstGeom>
          <a:pattFill prst="dkHorz">
            <a:fgClr>
              <a:schemeClr val="accent1"/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ja-JP" altLang="en-US" noProof="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8" name="図プレースホルダー 7">
            <a:extLst>
              <a:ext uri="{FF2B5EF4-FFF2-40B4-BE49-F238E27FC236}">
                <a16:creationId xmlns:a16="http://schemas.microsoft.com/office/drawing/2014/main" id="{6850A90A-EBB3-314C-9D98-A4220E2739EA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 flipH="1">
            <a:off x="2569281" y="330912"/>
            <a:ext cx="6217440" cy="6217440"/>
          </a:xfrm>
          <a:custGeom>
            <a:avLst/>
            <a:gdLst>
              <a:gd name="connsiteX0" fmla="*/ 0 w 6063915"/>
              <a:gd name="connsiteY0" fmla="*/ 0 h 6063915"/>
              <a:gd name="connsiteX1" fmla="*/ 6063915 w 6063915"/>
              <a:gd name="connsiteY1" fmla="*/ 0 h 6063915"/>
              <a:gd name="connsiteX2" fmla="*/ 3031957 w 6063915"/>
              <a:gd name="connsiteY2" fmla="*/ 6063915 h 60639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063915" h="6063915">
                <a:moveTo>
                  <a:pt x="0" y="0"/>
                </a:moveTo>
                <a:lnTo>
                  <a:pt x="6063915" y="0"/>
                </a:lnTo>
                <a:lnTo>
                  <a:pt x="3031957" y="6063915"/>
                </a:lnTo>
                <a:close/>
              </a:path>
            </a:pathLst>
          </a:custGeom>
          <a:solidFill>
            <a:schemeClr val="accent1"/>
          </a:solidFill>
        </p:spPr>
        <p:txBody>
          <a:bodyPr wrap="square" rtlCol="0">
            <a:noAutofit/>
          </a:bodyPr>
          <a:lstStyle>
            <a:lvl1pPr>
              <a:defRPr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</a:lstStyle>
          <a:p>
            <a:pPr rtl="0"/>
            <a:r>
              <a:rPr lang="ja-JP" altLang="en-US" noProof="0"/>
              <a:t>アイコンをクリックして図を追加</a:t>
            </a:r>
            <a:endParaRPr lang="ja-JP" altLang="en-US" noProof="0" dirty="0"/>
          </a:p>
        </p:txBody>
      </p:sp>
      <p:sp>
        <p:nvSpPr>
          <p:cNvPr id="9" name="タイトル 1">
            <a:extLst>
              <a:ext uri="{FF2B5EF4-FFF2-40B4-BE49-F238E27FC236}">
                <a16:creationId xmlns:a16="http://schemas.microsoft.com/office/drawing/2014/main" id="{D3001923-8460-C64B-A54B-3221B8A6B8C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958108" y="1957888"/>
            <a:ext cx="3815484" cy="1858617"/>
          </a:xfrm>
        </p:spPr>
        <p:txBody>
          <a:bodyPr rtlCol="0" anchor="b">
            <a:normAutofit/>
          </a:bodyPr>
          <a:lstStyle>
            <a:lvl1pPr algn="ctr">
              <a:defRPr sz="4800" i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</a:lstStyle>
          <a:p>
            <a:pPr rtl="0"/>
            <a:r>
              <a:rPr lang="ja-JP" altLang="en-US" noProof="0" dirty="0"/>
              <a:t>タイトルをここに入力</a:t>
            </a:r>
          </a:p>
        </p:txBody>
      </p:sp>
      <p:sp>
        <p:nvSpPr>
          <p:cNvPr id="10" name="コンテンツ プレースホルダー 2">
            <a:extLst>
              <a:ext uri="{FF2B5EF4-FFF2-40B4-BE49-F238E27FC236}">
                <a16:creationId xmlns:a16="http://schemas.microsoft.com/office/drawing/2014/main" id="{9E64A275-2629-244A-A66F-FC140850C6D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58110" y="3824390"/>
            <a:ext cx="3815482" cy="2107095"/>
          </a:xfrm>
        </p:spPr>
        <p:txBody>
          <a:bodyPr rtlCol="0"/>
          <a:lstStyle>
            <a:lvl1pPr marL="182880" indent="-182880" algn="ctr">
              <a:buClr>
                <a:srgbClr val="C5AE76"/>
              </a:buClr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  <a:lvl2pPr marL="384048" indent="-182880" algn="ctr">
              <a:buClr>
                <a:srgbClr val="C5AE76"/>
              </a:buClr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defRPr>
            </a:lvl2pPr>
            <a:lvl3pPr marL="566928" indent="-182880" algn="ctr">
              <a:buClr>
                <a:srgbClr val="C5AE76"/>
              </a:buClr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defRPr>
            </a:lvl3pPr>
            <a:lvl4pPr marL="749808" indent="-182880" algn="ctr">
              <a:buClr>
                <a:srgbClr val="C5AE76"/>
              </a:buClr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defRPr>
            </a:lvl4pPr>
            <a:lvl5pPr marL="932688" indent="-182880" algn="ctr">
              <a:buClr>
                <a:srgbClr val="C5AE76"/>
              </a:buClr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defRPr>
            </a:lvl5pPr>
          </a:lstStyle>
          <a:p>
            <a:pPr lvl="0" rtl="0"/>
            <a:r>
              <a:rPr lang="ja-JP" altLang="en-US" noProof="0"/>
              <a:t>マスター テキストの書式設定</a:t>
            </a:r>
          </a:p>
          <a:p>
            <a:pPr lvl="1" rtl="0"/>
            <a:r>
              <a:rPr lang="ja-JP" altLang="en-US" noProof="0"/>
              <a:t>第 </a:t>
            </a:r>
            <a:r>
              <a:rPr lang="en-US" altLang="ja-JP" noProof="0"/>
              <a:t>2 </a:t>
            </a:r>
            <a:r>
              <a:rPr lang="ja-JP" altLang="en-US" noProof="0"/>
              <a:t>レベル</a:t>
            </a:r>
          </a:p>
          <a:p>
            <a:pPr lvl="2" rtl="0"/>
            <a:r>
              <a:rPr lang="ja-JP" altLang="en-US" noProof="0"/>
              <a:t>第 </a:t>
            </a:r>
            <a:r>
              <a:rPr lang="en-US" altLang="ja-JP" noProof="0"/>
              <a:t>3 </a:t>
            </a:r>
            <a:r>
              <a:rPr lang="ja-JP" altLang="en-US" noProof="0"/>
              <a:t>レベル</a:t>
            </a:r>
          </a:p>
          <a:p>
            <a:pPr lvl="3" rtl="0"/>
            <a:r>
              <a:rPr lang="ja-JP" altLang="en-US" noProof="0"/>
              <a:t>第 </a:t>
            </a:r>
            <a:r>
              <a:rPr lang="en-US" altLang="ja-JP" noProof="0"/>
              <a:t>4 </a:t>
            </a:r>
            <a:r>
              <a:rPr lang="ja-JP" altLang="en-US" noProof="0"/>
              <a:t>レベル</a:t>
            </a:r>
          </a:p>
          <a:p>
            <a:pPr lvl="4" rtl="0"/>
            <a:r>
              <a:rPr lang="ja-JP" altLang="en-US" noProof="0"/>
              <a:t>第 </a:t>
            </a:r>
            <a:r>
              <a:rPr lang="en-US" altLang="ja-JP" noProof="0"/>
              <a:t>5 </a:t>
            </a:r>
            <a:r>
              <a:rPr lang="ja-JP" altLang="en-US" noProof="0"/>
              <a:t>レベル</a:t>
            </a:r>
            <a:endParaRPr lang="ja-JP" altLang="en-US" noProof="0" dirty="0"/>
          </a:p>
        </p:txBody>
      </p:sp>
      <p:sp>
        <p:nvSpPr>
          <p:cNvPr id="12" name="三角形 11">
            <a:extLst>
              <a:ext uri="{FF2B5EF4-FFF2-40B4-BE49-F238E27FC236}">
                <a16:creationId xmlns:a16="http://schemas.microsoft.com/office/drawing/2014/main" id="{520102B5-5695-C743-B30E-C92897B48D89}"/>
              </a:ext>
            </a:extLst>
          </p:cNvPr>
          <p:cNvSpPr/>
          <p:nvPr userDrawn="1"/>
        </p:nvSpPr>
        <p:spPr>
          <a:xfrm rot="16200000">
            <a:off x="11604063" y="3162897"/>
            <a:ext cx="648200" cy="527675"/>
          </a:xfrm>
          <a:prstGeom prst="triangl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ja-JP" altLang="en-US" noProof="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46422014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画像を含む狭いコンテンツのタイトル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94E9223F-721F-47BF-9FD5-0F8D12FF0D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</a:lstStyle>
          <a:p>
            <a:fld id="{0F2CABB7-8058-4BE5-A1C2-E4F0837BC1C9}" type="datetime1">
              <a:rPr lang="ja-JP" altLang="en-US" noProof="0" smtClean="0"/>
              <a:t>2026/5/13</a:t>
            </a:fld>
            <a:endParaRPr lang="ja-JP" altLang="en-US" noProof="0" dirty="0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05915714-6BBA-4593-8591-4E26F7D58D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</a:lstStyle>
          <a:p>
            <a:endParaRPr lang="ja-JP" altLang="en-US" noProof="0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BE06F857-D2E1-44DD-ABDD-EBB739645B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</a:lstStyle>
          <a:p>
            <a:fld id="{3A98EE3D-8CD1-4C3F-BD1C-C98C9596463C}" type="slidenum">
              <a:rPr lang="en-US" altLang="ja-JP" noProof="0" smtClean="0"/>
              <a:pPr/>
              <a:t>‹#›</a:t>
            </a:fld>
            <a:endParaRPr lang="ja-JP" altLang="en-US" noProof="0" dirty="0"/>
          </a:p>
        </p:txBody>
      </p:sp>
      <p:sp>
        <p:nvSpPr>
          <p:cNvPr id="5" name="長方形 4">
            <a:extLst>
              <a:ext uri="{FF2B5EF4-FFF2-40B4-BE49-F238E27FC236}">
                <a16:creationId xmlns:a16="http://schemas.microsoft.com/office/drawing/2014/main" id="{BB0D84E6-6DEA-1D4E-92C3-A360785A027B}"/>
              </a:ext>
            </a:extLst>
          </p:cNvPr>
          <p:cNvSpPr/>
          <p:nvPr userDrawn="1"/>
        </p:nvSpPr>
        <p:spPr>
          <a:xfrm>
            <a:off x="0" y="1730829"/>
            <a:ext cx="8229600" cy="3477985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ja-JP" altLang="en-US" noProof="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6" name="三角形 5">
            <a:extLst>
              <a:ext uri="{FF2B5EF4-FFF2-40B4-BE49-F238E27FC236}">
                <a16:creationId xmlns:a16="http://schemas.microsoft.com/office/drawing/2014/main" id="{C28500E9-800B-C94A-B6F9-F73D37B2D301}"/>
              </a:ext>
            </a:extLst>
          </p:cNvPr>
          <p:cNvSpPr/>
          <p:nvPr userDrawn="1"/>
        </p:nvSpPr>
        <p:spPr>
          <a:xfrm rot="10800000">
            <a:off x="8749091" y="0"/>
            <a:ext cx="3442907" cy="3112470"/>
          </a:xfrm>
          <a:prstGeom prst="triangle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ja-JP" altLang="en-US" noProof="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7" name="三角形 6">
            <a:extLst>
              <a:ext uri="{FF2B5EF4-FFF2-40B4-BE49-F238E27FC236}">
                <a16:creationId xmlns:a16="http://schemas.microsoft.com/office/drawing/2014/main" id="{1EAD70A4-7AF0-7E4D-ABBC-34DD61D7B01E}"/>
              </a:ext>
            </a:extLst>
          </p:cNvPr>
          <p:cNvSpPr/>
          <p:nvPr userDrawn="1"/>
        </p:nvSpPr>
        <p:spPr>
          <a:xfrm rot="10800000">
            <a:off x="3727215" y="5551712"/>
            <a:ext cx="1424687" cy="1306288"/>
          </a:xfrm>
          <a:prstGeom prst="triangle">
            <a:avLst/>
          </a:prstGeom>
          <a:pattFill prst="lgGrid">
            <a:fgClr>
              <a:schemeClr val="accent1"/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ja-JP" altLang="en-US" noProof="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8" name="タイトル 9">
            <a:extLst>
              <a:ext uri="{FF2B5EF4-FFF2-40B4-BE49-F238E27FC236}">
                <a16:creationId xmlns:a16="http://schemas.microsoft.com/office/drawing/2014/main" id="{14C43A8B-650C-3B4B-9F8C-592CE9F269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8625" y="2464270"/>
            <a:ext cx="5227376" cy="727700"/>
          </a:xfrm>
        </p:spPr>
        <p:txBody>
          <a:bodyPr rtlCol="0" anchor="t"/>
          <a:lstStyle>
            <a:lvl1pPr>
              <a:defRPr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</a:lstStyle>
          <a:p>
            <a:pPr rtl="0"/>
            <a:r>
              <a:rPr lang="ja-JP" altLang="en-US" noProof="0"/>
              <a:t>マスター タイトルの書式設定</a:t>
            </a:r>
            <a:endParaRPr lang="ja-JP" altLang="en-US" noProof="0" dirty="0"/>
          </a:p>
        </p:txBody>
      </p:sp>
      <p:sp>
        <p:nvSpPr>
          <p:cNvPr id="9" name="テキスト プレースホルダー 2">
            <a:extLst>
              <a:ext uri="{FF2B5EF4-FFF2-40B4-BE49-F238E27FC236}">
                <a16:creationId xmlns:a16="http://schemas.microsoft.com/office/drawing/2014/main" id="{0345C704-9538-984E-8D14-D6AEC9A4C42E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68623" y="3265903"/>
            <a:ext cx="5227377" cy="1642386"/>
          </a:xfrm>
        </p:spPr>
        <p:txBody>
          <a:bodyPr lIns="91440" rIns="91440" rtlCol="0" anchor="t">
            <a:normAutofit/>
          </a:bodyPr>
          <a:lstStyle>
            <a:lvl1pPr marL="0" indent="0">
              <a:buNone/>
              <a:defRPr sz="2000" b="0" cap="none" baseline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ja-JP" altLang="en-US" noProof="0" dirty="0"/>
              <a:t>クリックしてマスター テキストのスタイルを編集</a:t>
            </a:r>
          </a:p>
        </p:txBody>
      </p:sp>
      <p:sp>
        <p:nvSpPr>
          <p:cNvPr id="13" name="図プレースホルダー 11">
            <a:extLst>
              <a:ext uri="{FF2B5EF4-FFF2-40B4-BE49-F238E27FC236}">
                <a16:creationId xmlns:a16="http://schemas.microsoft.com/office/drawing/2014/main" id="{647B5AD0-4AD4-9843-9C08-DEF894490A97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 flipH="1">
            <a:off x="4593262" y="0"/>
            <a:ext cx="7598736" cy="6858000"/>
          </a:xfrm>
          <a:prstGeom prst="triangle">
            <a:avLst/>
          </a:prstGeom>
          <a:solidFill>
            <a:schemeClr val="accent1"/>
          </a:solidFill>
        </p:spPr>
        <p:txBody>
          <a:bodyPr rtlCol="0"/>
          <a:lstStyle>
            <a:lvl1pPr>
              <a:defRPr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</a:lstStyle>
          <a:p>
            <a:pPr rtl="0"/>
            <a:r>
              <a:rPr lang="ja-JP" altLang="en-US" noProof="0"/>
              <a:t>アイコンをクリックして図を追加</a:t>
            </a:r>
            <a:endParaRPr lang="ja-JP" altLang="en-US" noProof="0" dirty="0"/>
          </a:p>
        </p:txBody>
      </p:sp>
      <p:sp>
        <p:nvSpPr>
          <p:cNvPr id="14" name="三角形 13">
            <a:extLst>
              <a:ext uri="{FF2B5EF4-FFF2-40B4-BE49-F238E27FC236}">
                <a16:creationId xmlns:a16="http://schemas.microsoft.com/office/drawing/2014/main" id="{8795BE2D-99B1-FE49-84B1-C41E44A8AC0B}"/>
              </a:ext>
            </a:extLst>
          </p:cNvPr>
          <p:cNvSpPr/>
          <p:nvPr userDrawn="1"/>
        </p:nvSpPr>
        <p:spPr>
          <a:xfrm rot="5400000">
            <a:off x="-48606" y="2524533"/>
            <a:ext cx="648200" cy="527675"/>
          </a:xfrm>
          <a:prstGeom prst="triangl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 rtl="0"/>
            <a:endParaRPr lang="ja-JP" altLang="en-US" noProof="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40315578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画像と著者名を引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図プレースホルダー 9">
            <a:extLst>
              <a:ext uri="{FF2B5EF4-FFF2-40B4-BE49-F238E27FC236}">
                <a16:creationId xmlns:a16="http://schemas.microsoft.com/office/drawing/2014/main" id="{34F14FD9-9995-BE48-8C0E-B1454B9F231E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576012" y="0"/>
            <a:ext cx="7598735" cy="6858000"/>
          </a:xfrm>
          <a:custGeom>
            <a:avLst/>
            <a:gdLst>
              <a:gd name="connsiteX0" fmla="*/ 0 w 7598735"/>
              <a:gd name="connsiteY0" fmla="*/ 0 h 6858000"/>
              <a:gd name="connsiteX1" fmla="*/ 7598735 w 7598735"/>
              <a:gd name="connsiteY1" fmla="*/ 0 h 6858000"/>
              <a:gd name="connsiteX2" fmla="*/ 7598735 w 7598735"/>
              <a:gd name="connsiteY2" fmla="*/ 6858000 h 6858000"/>
              <a:gd name="connsiteX3" fmla="*/ 0 w 7598735"/>
              <a:gd name="connsiteY3" fmla="*/ 6858000 h 6858000"/>
              <a:gd name="connsiteX4" fmla="*/ 0 w 7598735"/>
              <a:gd name="connsiteY4" fmla="*/ 6378840 h 6858000"/>
              <a:gd name="connsiteX5" fmla="*/ 140333 w 7598735"/>
              <a:gd name="connsiteY5" fmla="*/ 6379536 h 6858000"/>
              <a:gd name="connsiteX6" fmla="*/ 3074919 w 7598735"/>
              <a:gd name="connsiteY6" fmla="*/ 489098 h 6858000"/>
              <a:gd name="connsiteX7" fmla="*/ 0 w 7598735"/>
              <a:gd name="connsiteY7" fmla="*/ 480044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7598735" h="6858000">
                <a:moveTo>
                  <a:pt x="0" y="0"/>
                </a:moveTo>
                <a:lnTo>
                  <a:pt x="7598735" y="0"/>
                </a:lnTo>
                <a:lnTo>
                  <a:pt x="7598735" y="6858000"/>
                </a:lnTo>
                <a:lnTo>
                  <a:pt x="0" y="6858000"/>
                </a:lnTo>
                <a:lnTo>
                  <a:pt x="0" y="6378840"/>
                </a:lnTo>
                <a:lnTo>
                  <a:pt x="140333" y="6379536"/>
                </a:lnTo>
                <a:lnTo>
                  <a:pt x="3074919" y="489098"/>
                </a:lnTo>
                <a:lnTo>
                  <a:pt x="0" y="480044"/>
                </a:lnTo>
                <a:close/>
              </a:path>
            </a:pathLst>
          </a:custGeom>
          <a:solidFill>
            <a:schemeClr val="accent1"/>
          </a:solidFill>
        </p:spPr>
        <p:txBody>
          <a:bodyPr wrap="square" rtlCol="0">
            <a:noAutofit/>
          </a:bodyPr>
          <a:lstStyle>
            <a:lvl1pPr>
              <a:defRPr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</a:lstStyle>
          <a:p>
            <a:pPr rtl="0"/>
            <a:r>
              <a:rPr lang="ja-JP" altLang="en-US" noProof="0"/>
              <a:t>アイコンをクリックして図を追加</a:t>
            </a:r>
            <a:endParaRPr lang="ja-JP" altLang="en-US" noProof="0" dirty="0"/>
          </a:p>
        </p:txBody>
      </p:sp>
      <p:sp>
        <p:nvSpPr>
          <p:cNvPr id="15" name="フリーフォーム(F) 14">
            <a:extLst>
              <a:ext uri="{FF2B5EF4-FFF2-40B4-BE49-F238E27FC236}">
                <a16:creationId xmlns:a16="http://schemas.microsoft.com/office/drawing/2014/main" id="{BFAE6FFB-F37C-7040-87B6-654B2F44CE7A}"/>
              </a:ext>
            </a:extLst>
          </p:cNvPr>
          <p:cNvSpPr/>
          <p:nvPr userDrawn="1"/>
        </p:nvSpPr>
        <p:spPr>
          <a:xfrm>
            <a:off x="413825" y="463261"/>
            <a:ext cx="7347125" cy="5911703"/>
          </a:xfrm>
          <a:custGeom>
            <a:avLst/>
            <a:gdLst>
              <a:gd name="connsiteX0" fmla="*/ 125507 w 7347125"/>
              <a:gd name="connsiteY0" fmla="*/ 0 h 5911703"/>
              <a:gd name="connsiteX1" fmla="*/ 7347125 w 7347125"/>
              <a:gd name="connsiteY1" fmla="*/ 21265 h 5911703"/>
              <a:gd name="connsiteX2" fmla="*/ 4412539 w 7347125"/>
              <a:gd name="connsiteY2" fmla="*/ 5911703 h 5911703"/>
              <a:gd name="connsiteX3" fmla="*/ 1007798 w 7347125"/>
              <a:gd name="connsiteY3" fmla="*/ 5894815 h 5911703"/>
              <a:gd name="connsiteX4" fmla="*/ 1007798 w 7347125"/>
              <a:gd name="connsiteY4" fmla="*/ 5901070 h 5911703"/>
              <a:gd name="connsiteX5" fmla="*/ 0 w 7347125"/>
              <a:gd name="connsiteY5" fmla="*/ 5901070 h 5911703"/>
              <a:gd name="connsiteX6" fmla="*/ 0 w 7347125"/>
              <a:gd name="connsiteY6" fmla="*/ 10632 h 5911703"/>
              <a:gd name="connsiteX7" fmla="*/ 125507 w 7347125"/>
              <a:gd name="connsiteY7" fmla="*/ 10632 h 59117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7347125" h="5911703">
                <a:moveTo>
                  <a:pt x="125507" y="0"/>
                </a:moveTo>
                <a:lnTo>
                  <a:pt x="7347125" y="21265"/>
                </a:lnTo>
                <a:lnTo>
                  <a:pt x="4412539" y="5911703"/>
                </a:lnTo>
                <a:lnTo>
                  <a:pt x="1007798" y="5894815"/>
                </a:lnTo>
                <a:lnTo>
                  <a:pt x="1007798" y="5901070"/>
                </a:lnTo>
                <a:lnTo>
                  <a:pt x="0" y="5901070"/>
                </a:lnTo>
                <a:lnTo>
                  <a:pt x="0" y="10632"/>
                </a:lnTo>
                <a:lnTo>
                  <a:pt x="125507" y="10632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 rtl="0"/>
            <a:endParaRPr lang="ja-JP" altLang="en-US" noProof="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94E9223F-721F-47BF-9FD5-0F8D12FF0D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</a:lstStyle>
          <a:p>
            <a:fld id="{9D40CA02-4D60-47F7-B19D-281B870DBC1E}" type="datetime1">
              <a:rPr lang="ja-JP" altLang="en-US" noProof="0" smtClean="0"/>
              <a:t>2026/5/13</a:t>
            </a:fld>
            <a:endParaRPr lang="ja-JP" altLang="en-US" noProof="0" dirty="0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05915714-6BBA-4593-8591-4E26F7D58D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</a:lstStyle>
          <a:p>
            <a:endParaRPr lang="ja-JP" altLang="en-US" noProof="0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BE06F857-D2E1-44DD-ABDD-EBB739645B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</a:lstStyle>
          <a:p>
            <a:fld id="{3A98EE3D-8CD1-4C3F-BD1C-C98C9596463C}" type="slidenum">
              <a:rPr lang="en-US" altLang="ja-JP" noProof="0" smtClean="0"/>
              <a:pPr/>
              <a:t>‹#›</a:t>
            </a:fld>
            <a:endParaRPr lang="ja-JP" altLang="en-US" noProof="0" dirty="0"/>
          </a:p>
        </p:txBody>
      </p:sp>
      <p:sp>
        <p:nvSpPr>
          <p:cNvPr id="12" name="タイトル 1">
            <a:extLst>
              <a:ext uri="{FF2B5EF4-FFF2-40B4-BE49-F238E27FC236}">
                <a16:creationId xmlns:a16="http://schemas.microsoft.com/office/drawing/2014/main" id="{48AB73D1-1AA1-4E44-A7DA-8C00D8E109E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41501" y="1609159"/>
            <a:ext cx="4253334" cy="3639682"/>
          </a:xfrm>
        </p:spPr>
        <p:txBody>
          <a:bodyPr rtlCol="0" anchor="t">
            <a:normAutofit/>
          </a:bodyPr>
          <a:lstStyle>
            <a:lvl1pPr algn="l">
              <a:defRPr sz="38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</a:lstStyle>
          <a:p>
            <a:pPr rtl="0"/>
            <a:r>
              <a:rPr lang="ja-JP" altLang="en-US" noProof="0" dirty="0"/>
              <a:t>引用をここに入力</a:t>
            </a:r>
          </a:p>
        </p:txBody>
      </p:sp>
      <p:sp>
        <p:nvSpPr>
          <p:cNvPr id="13" name="三角形 12">
            <a:extLst>
              <a:ext uri="{FF2B5EF4-FFF2-40B4-BE49-F238E27FC236}">
                <a16:creationId xmlns:a16="http://schemas.microsoft.com/office/drawing/2014/main" id="{611FC0D0-E6E4-7645-B0C7-97FB2012039D}"/>
              </a:ext>
            </a:extLst>
          </p:cNvPr>
          <p:cNvSpPr/>
          <p:nvPr userDrawn="1"/>
        </p:nvSpPr>
        <p:spPr>
          <a:xfrm rot="5400000">
            <a:off x="-48606" y="1669422"/>
            <a:ext cx="648200" cy="527675"/>
          </a:xfrm>
          <a:prstGeom prst="triangl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ja-JP" altLang="en-US" noProof="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91192495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タイトルのみ (左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BE06F857-D2E1-44DD-ABDD-EBB739645B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</a:lstStyle>
          <a:p>
            <a:fld id="{3A98EE3D-8CD1-4C3F-BD1C-C98C9596463C}" type="slidenum">
              <a:rPr lang="en-US" altLang="ja-JP" noProof="0" smtClean="0"/>
              <a:pPr/>
              <a:t>‹#›</a:t>
            </a:fld>
            <a:endParaRPr lang="ja-JP" altLang="en-US" noProof="0" dirty="0"/>
          </a:p>
        </p:txBody>
      </p:sp>
      <p:grpSp>
        <p:nvGrpSpPr>
          <p:cNvPr id="13" name="グループ 12">
            <a:extLst>
              <a:ext uri="{FF2B5EF4-FFF2-40B4-BE49-F238E27FC236}">
                <a16:creationId xmlns:a16="http://schemas.microsoft.com/office/drawing/2014/main" id="{C3F11B56-403C-AA43-BA54-5CD9A60BDDC5}"/>
              </a:ext>
            </a:extLst>
          </p:cNvPr>
          <p:cNvGrpSpPr/>
          <p:nvPr userDrawn="1"/>
        </p:nvGrpSpPr>
        <p:grpSpPr>
          <a:xfrm>
            <a:off x="0" y="-4353"/>
            <a:ext cx="6884691" cy="6862353"/>
            <a:chOff x="0" y="-4353"/>
            <a:chExt cx="6884691" cy="6862353"/>
          </a:xfrm>
        </p:grpSpPr>
        <p:sp>
          <p:nvSpPr>
            <p:cNvPr id="5" name="フリーフォーム(F) 4">
              <a:extLst>
                <a:ext uri="{FF2B5EF4-FFF2-40B4-BE49-F238E27FC236}">
                  <a16:creationId xmlns:a16="http://schemas.microsoft.com/office/drawing/2014/main" id="{D8BAD61D-F455-9240-A0C6-DE4F40E47C29}"/>
                </a:ext>
              </a:extLst>
            </p:cNvPr>
            <p:cNvSpPr/>
            <p:nvPr userDrawn="1"/>
          </p:nvSpPr>
          <p:spPr>
            <a:xfrm>
              <a:off x="0" y="-4353"/>
              <a:ext cx="6884691" cy="6862353"/>
            </a:xfrm>
            <a:custGeom>
              <a:avLst/>
              <a:gdLst>
                <a:gd name="connsiteX0" fmla="*/ 0 w 6838726"/>
                <a:gd name="connsiteY0" fmla="*/ 0 h 6853468"/>
                <a:gd name="connsiteX1" fmla="*/ 6838726 w 6838726"/>
                <a:gd name="connsiteY1" fmla="*/ 20138 h 6853468"/>
                <a:gd name="connsiteX2" fmla="*/ 3434396 w 6838726"/>
                <a:gd name="connsiteY2" fmla="*/ 6853468 h 6853468"/>
                <a:gd name="connsiteX3" fmla="*/ 0 w 6838726"/>
                <a:gd name="connsiteY3" fmla="*/ 6836433 h 6853468"/>
                <a:gd name="connsiteX4" fmla="*/ 0 w 6838726"/>
                <a:gd name="connsiteY4" fmla="*/ 0 h 6853468"/>
                <a:gd name="connsiteX0" fmla="*/ 15156 w 6853882"/>
                <a:gd name="connsiteY0" fmla="*/ 0 h 6861693"/>
                <a:gd name="connsiteX1" fmla="*/ 6853882 w 6853882"/>
                <a:gd name="connsiteY1" fmla="*/ 20138 h 6861693"/>
                <a:gd name="connsiteX2" fmla="*/ 3449552 w 6853882"/>
                <a:gd name="connsiteY2" fmla="*/ 6853468 h 6861693"/>
                <a:gd name="connsiteX3" fmla="*/ 0 w 6853882"/>
                <a:gd name="connsiteY3" fmla="*/ 6861693 h 6861693"/>
                <a:gd name="connsiteX4" fmla="*/ 15156 w 6853882"/>
                <a:gd name="connsiteY4" fmla="*/ 0 h 6861693"/>
                <a:gd name="connsiteX0" fmla="*/ 15156 w 6853882"/>
                <a:gd name="connsiteY0" fmla="*/ 0 h 6863572"/>
                <a:gd name="connsiteX1" fmla="*/ 6853882 w 6853882"/>
                <a:gd name="connsiteY1" fmla="*/ 20138 h 6863572"/>
                <a:gd name="connsiteX2" fmla="*/ 3444500 w 6853882"/>
                <a:gd name="connsiteY2" fmla="*/ 6863572 h 6863572"/>
                <a:gd name="connsiteX3" fmla="*/ 0 w 6853882"/>
                <a:gd name="connsiteY3" fmla="*/ 6861693 h 6863572"/>
                <a:gd name="connsiteX4" fmla="*/ 15156 w 6853882"/>
                <a:gd name="connsiteY4" fmla="*/ 0 h 6863572"/>
                <a:gd name="connsiteX0" fmla="*/ 0 w 6866861"/>
                <a:gd name="connsiteY0" fmla="*/ 0 h 6856528"/>
                <a:gd name="connsiteX1" fmla="*/ 6866861 w 6866861"/>
                <a:gd name="connsiteY1" fmla="*/ 13094 h 6856528"/>
                <a:gd name="connsiteX2" fmla="*/ 3457479 w 6866861"/>
                <a:gd name="connsiteY2" fmla="*/ 6856528 h 6856528"/>
                <a:gd name="connsiteX3" fmla="*/ 12979 w 6866861"/>
                <a:gd name="connsiteY3" fmla="*/ 6854649 h 6856528"/>
                <a:gd name="connsiteX4" fmla="*/ 0 w 6866861"/>
                <a:gd name="connsiteY4" fmla="*/ 0 h 6856528"/>
                <a:gd name="connsiteX0" fmla="*/ 0 w 6893137"/>
                <a:gd name="connsiteY0" fmla="*/ 7922 h 6864450"/>
                <a:gd name="connsiteX1" fmla="*/ 6893137 w 6893137"/>
                <a:gd name="connsiteY1" fmla="*/ 0 h 6864450"/>
                <a:gd name="connsiteX2" fmla="*/ 3457479 w 6893137"/>
                <a:gd name="connsiteY2" fmla="*/ 6864450 h 6864450"/>
                <a:gd name="connsiteX3" fmla="*/ 12979 w 6893137"/>
                <a:gd name="connsiteY3" fmla="*/ 6862571 h 6864450"/>
                <a:gd name="connsiteX4" fmla="*/ 0 w 6893137"/>
                <a:gd name="connsiteY4" fmla="*/ 7922 h 6864450"/>
                <a:gd name="connsiteX0" fmla="*/ 0 w 6897755"/>
                <a:gd name="connsiteY0" fmla="*/ 0 h 6870380"/>
                <a:gd name="connsiteX1" fmla="*/ 6897755 w 6897755"/>
                <a:gd name="connsiteY1" fmla="*/ 5930 h 6870380"/>
                <a:gd name="connsiteX2" fmla="*/ 3462097 w 6897755"/>
                <a:gd name="connsiteY2" fmla="*/ 6870380 h 6870380"/>
                <a:gd name="connsiteX3" fmla="*/ 17597 w 6897755"/>
                <a:gd name="connsiteY3" fmla="*/ 6868501 h 6870380"/>
                <a:gd name="connsiteX4" fmla="*/ 0 w 6897755"/>
                <a:gd name="connsiteY4" fmla="*/ 0 h 6870380"/>
                <a:gd name="connsiteX0" fmla="*/ 9234 w 6880863"/>
                <a:gd name="connsiteY0" fmla="*/ 0 h 6866017"/>
                <a:gd name="connsiteX1" fmla="*/ 6880863 w 6880863"/>
                <a:gd name="connsiteY1" fmla="*/ 1567 h 6866017"/>
                <a:gd name="connsiteX2" fmla="*/ 3445205 w 6880863"/>
                <a:gd name="connsiteY2" fmla="*/ 6866017 h 6866017"/>
                <a:gd name="connsiteX3" fmla="*/ 705 w 6880863"/>
                <a:gd name="connsiteY3" fmla="*/ 6864138 h 6866017"/>
                <a:gd name="connsiteX4" fmla="*/ 9234 w 6880863"/>
                <a:gd name="connsiteY4" fmla="*/ 0 h 6866017"/>
                <a:gd name="connsiteX0" fmla="*/ 0 w 6884692"/>
                <a:gd name="connsiteY0" fmla="*/ 0 h 6883465"/>
                <a:gd name="connsiteX1" fmla="*/ 6884692 w 6884692"/>
                <a:gd name="connsiteY1" fmla="*/ 19015 h 6883465"/>
                <a:gd name="connsiteX2" fmla="*/ 3449034 w 6884692"/>
                <a:gd name="connsiteY2" fmla="*/ 6883465 h 6883465"/>
                <a:gd name="connsiteX3" fmla="*/ 4534 w 6884692"/>
                <a:gd name="connsiteY3" fmla="*/ 6881586 h 6883465"/>
                <a:gd name="connsiteX4" fmla="*/ 0 w 6884692"/>
                <a:gd name="connsiteY4" fmla="*/ 0 h 6883465"/>
                <a:gd name="connsiteX0" fmla="*/ 9234 w 6880863"/>
                <a:gd name="connsiteY0" fmla="*/ 0 h 6879102"/>
                <a:gd name="connsiteX1" fmla="*/ 6880863 w 6880863"/>
                <a:gd name="connsiteY1" fmla="*/ 14652 h 6879102"/>
                <a:gd name="connsiteX2" fmla="*/ 3445205 w 6880863"/>
                <a:gd name="connsiteY2" fmla="*/ 6879102 h 6879102"/>
                <a:gd name="connsiteX3" fmla="*/ 705 w 6880863"/>
                <a:gd name="connsiteY3" fmla="*/ 6877223 h 6879102"/>
                <a:gd name="connsiteX4" fmla="*/ 9234 w 6880863"/>
                <a:gd name="connsiteY4" fmla="*/ 0 h 6879102"/>
                <a:gd name="connsiteX0" fmla="*/ 0 w 6884691"/>
                <a:gd name="connsiteY0" fmla="*/ 0 h 6874740"/>
                <a:gd name="connsiteX1" fmla="*/ 6884691 w 6884691"/>
                <a:gd name="connsiteY1" fmla="*/ 10290 h 6874740"/>
                <a:gd name="connsiteX2" fmla="*/ 3449033 w 6884691"/>
                <a:gd name="connsiteY2" fmla="*/ 6874740 h 6874740"/>
                <a:gd name="connsiteX3" fmla="*/ 4533 w 6884691"/>
                <a:gd name="connsiteY3" fmla="*/ 6872861 h 6874740"/>
                <a:gd name="connsiteX4" fmla="*/ 0 w 6884691"/>
                <a:gd name="connsiteY4" fmla="*/ 0 h 68747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884691" h="6874740">
                  <a:moveTo>
                    <a:pt x="0" y="0"/>
                  </a:moveTo>
                  <a:lnTo>
                    <a:pt x="6884691" y="10290"/>
                  </a:lnTo>
                  <a:lnTo>
                    <a:pt x="3449033" y="6874740"/>
                  </a:lnTo>
                  <a:lnTo>
                    <a:pt x="4533" y="6872861"/>
                  </a:lnTo>
                  <a:cubicBezTo>
                    <a:pt x="207" y="4587978"/>
                    <a:pt x="4326" y="2284883"/>
                    <a:pt x="0" y="0"/>
                  </a:cubicBez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ja-JP" altLang="en-US" noProof="0" dirty="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7" name="三角形 6">
              <a:extLst>
                <a:ext uri="{FF2B5EF4-FFF2-40B4-BE49-F238E27FC236}">
                  <a16:creationId xmlns:a16="http://schemas.microsoft.com/office/drawing/2014/main" id="{75004ACB-4E38-6449-B733-0C6A6BC40ADD}"/>
                </a:ext>
              </a:extLst>
            </p:cNvPr>
            <p:cNvSpPr/>
            <p:nvPr userDrawn="1"/>
          </p:nvSpPr>
          <p:spPr>
            <a:xfrm>
              <a:off x="3641197" y="5941716"/>
              <a:ext cx="911753" cy="911753"/>
            </a:xfrm>
            <a:prstGeom prst="triangle">
              <a:avLst/>
            </a:prstGeom>
            <a:noFill/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ja-JP" altLang="en-US" noProof="0" dirty="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8" name="三角形 7">
              <a:extLst>
                <a:ext uri="{FF2B5EF4-FFF2-40B4-BE49-F238E27FC236}">
                  <a16:creationId xmlns:a16="http://schemas.microsoft.com/office/drawing/2014/main" id="{6A52034F-1EDC-3040-A1B3-B572FC286C20}"/>
                </a:ext>
              </a:extLst>
            </p:cNvPr>
            <p:cNvSpPr/>
            <p:nvPr userDrawn="1"/>
          </p:nvSpPr>
          <p:spPr>
            <a:xfrm rot="10800000">
              <a:off x="4944403" y="174432"/>
              <a:ext cx="1590022" cy="1590022"/>
            </a:xfrm>
            <a:prstGeom prst="triangle">
              <a:avLst/>
            </a:prstGeom>
            <a:noFill/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ja-JP" altLang="en-US" noProof="0" dirty="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</p:grpSp>
      <p:sp>
        <p:nvSpPr>
          <p:cNvPr id="10" name="タイトル 1">
            <a:extLst>
              <a:ext uri="{FF2B5EF4-FFF2-40B4-BE49-F238E27FC236}">
                <a16:creationId xmlns:a16="http://schemas.microsoft.com/office/drawing/2014/main" id="{1877EC85-9CA1-EB4F-A9AC-2C02CB52086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0988" y="1954400"/>
            <a:ext cx="4393415" cy="3002359"/>
          </a:xfrm>
        </p:spPr>
        <p:txBody>
          <a:bodyPr rtlCol="0" anchor="ctr"/>
          <a:lstStyle>
            <a:lvl1pPr algn="ctr">
              <a:defRPr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</a:lstStyle>
          <a:p>
            <a:pPr rtl="0"/>
            <a:r>
              <a:rPr lang="ja-JP" altLang="en-US" noProof="0" dirty="0"/>
              <a:t>タイトルをここに入力</a:t>
            </a:r>
          </a:p>
        </p:txBody>
      </p:sp>
      <p:sp>
        <p:nvSpPr>
          <p:cNvPr id="12" name="三角形 11">
            <a:extLst>
              <a:ext uri="{FF2B5EF4-FFF2-40B4-BE49-F238E27FC236}">
                <a16:creationId xmlns:a16="http://schemas.microsoft.com/office/drawing/2014/main" id="{FD910B80-BD19-CF49-AB0B-1C5DEECEDED5}"/>
              </a:ext>
            </a:extLst>
          </p:cNvPr>
          <p:cNvSpPr/>
          <p:nvPr userDrawn="1"/>
        </p:nvSpPr>
        <p:spPr>
          <a:xfrm rot="5400000">
            <a:off x="-48606" y="3165163"/>
            <a:ext cx="648200" cy="527675"/>
          </a:xfrm>
          <a:prstGeom prst="triangl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ja-JP" altLang="en-US" noProof="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77503284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タイトルのみ (右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グループ 10">
            <a:extLst>
              <a:ext uri="{FF2B5EF4-FFF2-40B4-BE49-F238E27FC236}">
                <a16:creationId xmlns:a16="http://schemas.microsoft.com/office/drawing/2014/main" id="{C15DFD37-81D5-5742-B09A-5D4CBF48B7EA}"/>
              </a:ext>
            </a:extLst>
          </p:cNvPr>
          <p:cNvGrpSpPr/>
          <p:nvPr userDrawn="1"/>
        </p:nvGrpSpPr>
        <p:grpSpPr>
          <a:xfrm rot="10800000">
            <a:off x="5294245" y="0"/>
            <a:ext cx="6897755" cy="6858000"/>
            <a:chOff x="-17598" y="0"/>
            <a:chExt cx="6897755" cy="6858000"/>
          </a:xfrm>
        </p:grpSpPr>
        <p:sp>
          <p:nvSpPr>
            <p:cNvPr id="12" name="フリーフォーム(F) 11">
              <a:extLst>
                <a:ext uri="{FF2B5EF4-FFF2-40B4-BE49-F238E27FC236}">
                  <a16:creationId xmlns:a16="http://schemas.microsoft.com/office/drawing/2014/main" id="{00CF4E43-4A68-664C-B973-2FE49DC7733D}"/>
                </a:ext>
              </a:extLst>
            </p:cNvPr>
            <p:cNvSpPr/>
            <p:nvPr userDrawn="1"/>
          </p:nvSpPr>
          <p:spPr>
            <a:xfrm>
              <a:off x="-17598" y="0"/>
              <a:ext cx="6897755" cy="6858000"/>
            </a:xfrm>
            <a:custGeom>
              <a:avLst/>
              <a:gdLst>
                <a:gd name="connsiteX0" fmla="*/ 0 w 6838726"/>
                <a:gd name="connsiteY0" fmla="*/ 0 h 6853468"/>
                <a:gd name="connsiteX1" fmla="*/ 6838726 w 6838726"/>
                <a:gd name="connsiteY1" fmla="*/ 20138 h 6853468"/>
                <a:gd name="connsiteX2" fmla="*/ 3434396 w 6838726"/>
                <a:gd name="connsiteY2" fmla="*/ 6853468 h 6853468"/>
                <a:gd name="connsiteX3" fmla="*/ 0 w 6838726"/>
                <a:gd name="connsiteY3" fmla="*/ 6836433 h 6853468"/>
                <a:gd name="connsiteX4" fmla="*/ 0 w 6838726"/>
                <a:gd name="connsiteY4" fmla="*/ 0 h 6853468"/>
                <a:gd name="connsiteX0" fmla="*/ 15156 w 6853882"/>
                <a:gd name="connsiteY0" fmla="*/ 0 h 6861693"/>
                <a:gd name="connsiteX1" fmla="*/ 6853882 w 6853882"/>
                <a:gd name="connsiteY1" fmla="*/ 20138 h 6861693"/>
                <a:gd name="connsiteX2" fmla="*/ 3449552 w 6853882"/>
                <a:gd name="connsiteY2" fmla="*/ 6853468 h 6861693"/>
                <a:gd name="connsiteX3" fmla="*/ 0 w 6853882"/>
                <a:gd name="connsiteY3" fmla="*/ 6861693 h 6861693"/>
                <a:gd name="connsiteX4" fmla="*/ 15156 w 6853882"/>
                <a:gd name="connsiteY4" fmla="*/ 0 h 6861693"/>
                <a:gd name="connsiteX0" fmla="*/ 15156 w 6853882"/>
                <a:gd name="connsiteY0" fmla="*/ 0 h 6863572"/>
                <a:gd name="connsiteX1" fmla="*/ 6853882 w 6853882"/>
                <a:gd name="connsiteY1" fmla="*/ 20138 h 6863572"/>
                <a:gd name="connsiteX2" fmla="*/ 3444500 w 6853882"/>
                <a:gd name="connsiteY2" fmla="*/ 6863572 h 6863572"/>
                <a:gd name="connsiteX3" fmla="*/ 0 w 6853882"/>
                <a:gd name="connsiteY3" fmla="*/ 6861693 h 6863572"/>
                <a:gd name="connsiteX4" fmla="*/ 15156 w 6853882"/>
                <a:gd name="connsiteY4" fmla="*/ 0 h 6863572"/>
                <a:gd name="connsiteX0" fmla="*/ 0 w 6866861"/>
                <a:gd name="connsiteY0" fmla="*/ 0 h 6856528"/>
                <a:gd name="connsiteX1" fmla="*/ 6866861 w 6866861"/>
                <a:gd name="connsiteY1" fmla="*/ 13094 h 6856528"/>
                <a:gd name="connsiteX2" fmla="*/ 3457479 w 6866861"/>
                <a:gd name="connsiteY2" fmla="*/ 6856528 h 6856528"/>
                <a:gd name="connsiteX3" fmla="*/ 12979 w 6866861"/>
                <a:gd name="connsiteY3" fmla="*/ 6854649 h 6856528"/>
                <a:gd name="connsiteX4" fmla="*/ 0 w 6866861"/>
                <a:gd name="connsiteY4" fmla="*/ 0 h 6856528"/>
                <a:gd name="connsiteX0" fmla="*/ 0 w 6893137"/>
                <a:gd name="connsiteY0" fmla="*/ 7922 h 6864450"/>
                <a:gd name="connsiteX1" fmla="*/ 6893137 w 6893137"/>
                <a:gd name="connsiteY1" fmla="*/ 0 h 6864450"/>
                <a:gd name="connsiteX2" fmla="*/ 3457479 w 6893137"/>
                <a:gd name="connsiteY2" fmla="*/ 6864450 h 6864450"/>
                <a:gd name="connsiteX3" fmla="*/ 12979 w 6893137"/>
                <a:gd name="connsiteY3" fmla="*/ 6862571 h 6864450"/>
                <a:gd name="connsiteX4" fmla="*/ 0 w 6893137"/>
                <a:gd name="connsiteY4" fmla="*/ 7922 h 6864450"/>
                <a:gd name="connsiteX0" fmla="*/ 0 w 6897755"/>
                <a:gd name="connsiteY0" fmla="*/ 0 h 6870380"/>
                <a:gd name="connsiteX1" fmla="*/ 6897755 w 6897755"/>
                <a:gd name="connsiteY1" fmla="*/ 5930 h 6870380"/>
                <a:gd name="connsiteX2" fmla="*/ 3462097 w 6897755"/>
                <a:gd name="connsiteY2" fmla="*/ 6870380 h 6870380"/>
                <a:gd name="connsiteX3" fmla="*/ 17597 w 6897755"/>
                <a:gd name="connsiteY3" fmla="*/ 6868501 h 6870380"/>
                <a:gd name="connsiteX4" fmla="*/ 0 w 6897755"/>
                <a:gd name="connsiteY4" fmla="*/ 0 h 68703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897755" h="6870380">
                  <a:moveTo>
                    <a:pt x="0" y="0"/>
                  </a:moveTo>
                  <a:lnTo>
                    <a:pt x="6897755" y="5930"/>
                  </a:lnTo>
                  <a:lnTo>
                    <a:pt x="3462097" y="6870380"/>
                  </a:lnTo>
                  <a:lnTo>
                    <a:pt x="17597" y="6868501"/>
                  </a:lnTo>
                  <a:cubicBezTo>
                    <a:pt x="13271" y="4583618"/>
                    <a:pt x="4326" y="2284883"/>
                    <a:pt x="0" y="0"/>
                  </a:cubicBez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ja-JP" altLang="en-US" noProof="0" dirty="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3" name="三角形 12">
              <a:extLst>
                <a:ext uri="{FF2B5EF4-FFF2-40B4-BE49-F238E27FC236}">
                  <a16:creationId xmlns:a16="http://schemas.microsoft.com/office/drawing/2014/main" id="{AFAD3D76-9126-CC42-90B0-5BF85DC91E3E}"/>
                </a:ext>
              </a:extLst>
            </p:cNvPr>
            <p:cNvSpPr/>
            <p:nvPr userDrawn="1"/>
          </p:nvSpPr>
          <p:spPr>
            <a:xfrm>
              <a:off x="3641197" y="5941716"/>
              <a:ext cx="911753" cy="911753"/>
            </a:xfrm>
            <a:prstGeom prst="triangle">
              <a:avLst/>
            </a:prstGeom>
            <a:noFill/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ja-JP" altLang="en-US" noProof="0" dirty="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4" name="三角形 13">
              <a:extLst>
                <a:ext uri="{FF2B5EF4-FFF2-40B4-BE49-F238E27FC236}">
                  <a16:creationId xmlns:a16="http://schemas.microsoft.com/office/drawing/2014/main" id="{9D011AB3-8218-AE4F-9DF7-810A1B45C453}"/>
                </a:ext>
              </a:extLst>
            </p:cNvPr>
            <p:cNvSpPr/>
            <p:nvPr userDrawn="1"/>
          </p:nvSpPr>
          <p:spPr>
            <a:xfrm rot="10800000">
              <a:off x="4944403" y="174432"/>
              <a:ext cx="1590022" cy="1590022"/>
            </a:xfrm>
            <a:prstGeom prst="triangle">
              <a:avLst/>
            </a:prstGeom>
            <a:noFill/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ja-JP" altLang="en-US" noProof="0" dirty="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</p:grp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BE06F857-D2E1-44DD-ABDD-EBB739645B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993582" y="6446838"/>
            <a:ext cx="780010" cy="365125"/>
          </a:xfrm>
        </p:spPr>
        <p:txBody>
          <a:bodyPr rtlCol="0"/>
          <a:lstStyle>
            <a:lvl1pPr>
              <a:defRPr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</a:lstStyle>
          <a:p>
            <a:fld id="{3A98EE3D-8CD1-4C3F-BD1C-C98C9596463C}" type="slidenum">
              <a:rPr lang="en-US" altLang="ja-JP" noProof="0" smtClean="0"/>
              <a:pPr/>
              <a:t>‹#›</a:t>
            </a:fld>
            <a:endParaRPr lang="ja-JP" altLang="en-US" noProof="0" dirty="0"/>
          </a:p>
        </p:txBody>
      </p:sp>
      <p:sp>
        <p:nvSpPr>
          <p:cNvPr id="10" name="タイトル 1">
            <a:extLst>
              <a:ext uri="{FF2B5EF4-FFF2-40B4-BE49-F238E27FC236}">
                <a16:creationId xmlns:a16="http://schemas.microsoft.com/office/drawing/2014/main" id="{1877EC85-9CA1-EB4F-A9AC-2C02CB52086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775272" y="1954400"/>
            <a:ext cx="3889053" cy="3002359"/>
          </a:xfrm>
        </p:spPr>
        <p:txBody>
          <a:bodyPr rtlCol="0" anchor="ctr"/>
          <a:lstStyle>
            <a:lvl1pPr algn="ctr">
              <a:defRPr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</a:lstStyle>
          <a:p>
            <a:pPr rtl="0"/>
            <a:r>
              <a:rPr lang="ja-JP" altLang="en-US" noProof="0" dirty="0"/>
              <a:t>タイトルをここに入力</a:t>
            </a:r>
          </a:p>
        </p:txBody>
      </p:sp>
      <p:sp>
        <p:nvSpPr>
          <p:cNvPr id="9" name="三角形 8">
            <a:extLst>
              <a:ext uri="{FF2B5EF4-FFF2-40B4-BE49-F238E27FC236}">
                <a16:creationId xmlns:a16="http://schemas.microsoft.com/office/drawing/2014/main" id="{D84320FE-42A3-294B-AAE0-3D16A63E3599}"/>
              </a:ext>
            </a:extLst>
          </p:cNvPr>
          <p:cNvSpPr/>
          <p:nvPr userDrawn="1"/>
        </p:nvSpPr>
        <p:spPr>
          <a:xfrm rot="16200000">
            <a:off x="11604063" y="3162897"/>
            <a:ext cx="648200" cy="527675"/>
          </a:xfrm>
          <a:prstGeom prst="triangl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ja-JP" altLang="en-US" noProof="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7174374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rtl="0"/>
            <a:r>
              <a:rPr lang="ja-JP" altLang="en-US" noProof="0" dirty="0"/>
              <a:t>マスター タイトルの書式設定</a:t>
            </a:r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1097280" y="2108201"/>
            <a:ext cx="10058400" cy="3760891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 rtl="0"/>
            <a:r>
              <a:rPr lang="ja-JP" altLang="en-US" noProof="0" dirty="0"/>
              <a:t>マスター テキストの書式設定</a:t>
            </a:r>
          </a:p>
          <a:p>
            <a:pPr lvl="1" rtl="0"/>
            <a:r>
              <a:rPr lang="ja-JP" altLang="en-US" noProof="0" dirty="0"/>
              <a:t>第 </a:t>
            </a:r>
            <a:r>
              <a:rPr lang="en-US" altLang="ja-JP" noProof="0" dirty="0"/>
              <a:t>2 </a:t>
            </a:r>
            <a:r>
              <a:rPr lang="ja-JP" altLang="en-US" noProof="0" dirty="0"/>
              <a:t>レベル</a:t>
            </a:r>
          </a:p>
          <a:p>
            <a:pPr lvl="2" rtl="0"/>
            <a:r>
              <a:rPr lang="ja-JP" altLang="en-US" noProof="0" dirty="0"/>
              <a:t>第 </a:t>
            </a:r>
            <a:r>
              <a:rPr lang="en-US" altLang="ja-JP" noProof="0" dirty="0"/>
              <a:t>3 </a:t>
            </a:r>
            <a:r>
              <a:rPr lang="ja-JP" altLang="en-US" noProof="0" dirty="0"/>
              <a:t>レベル</a:t>
            </a:r>
          </a:p>
          <a:p>
            <a:pPr lvl="3" rtl="0"/>
            <a:r>
              <a:rPr lang="ja-JP" altLang="en-US" noProof="0" dirty="0"/>
              <a:t>第 </a:t>
            </a:r>
            <a:r>
              <a:rPr lang="en-US" altLang="ja-JP" noProof="0" dirty="0"/>
              <a:t>4 </a:t>
            </a:r>
            <a:r>
              <a:rPr lang="ja-JP" altLang="en-US" noProof="0" dirty="0"/>
              <a:t>レベル</a:t>
            </a:r>
          </a:p>
          <a:p>
            <a:pPr lvl="4" rtl="0"/>
            <a:r>
              <a:rPr lang="ja-JP" altLang="en-US" noProof="0" dirty="0"/>
              <a:t>第 </a:t>
            </a:r>
            <a:r>
              <a:rPr lang="en-US" altLang="ja-JP" noProof="0" dirty="0"/>
              <a:t>5 </a:t>
            </a:r>
            <a:r>
              <a:rPr lang="ja-JP" altLang="en-US" noProof="0" dirty="0"/>
              <a:t>レベル</a:t>
            </a:r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2"/>
          </p:nvPr>
        </p:nvSpPr>
        <p:spPr>
          <a:xfrm>
            <a:off x="8218426" y="6446838"/>
            <a:ext cx="2584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</a:lstStyle>
          <a:p>
            <a:fld id="{522644B3-CB5F-448F-97EB-373148182E69}" type="datetime1">
              <a:rPr lang="ja-JP" altLang="en-US" noProof="0" smtClean="0"/>
              <a:t>2026/5/13</a:t>
            </a:fld>
            <a:endParaRPr lang="ja-JP" altLang="en-US" noProof="0" dirty="0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3"/>
          </p:nvPr>
        </p:nvSpPr>
        <p:spPr>
          <a:xfrm>
            <a:off x="1097279" y="6446838"/>
            <a:ext cx="681826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cap="all" baseline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</a:lstStyle>
          <a:p>
            <a:endParaRPr lang="ja-JP" altLang="en-US" noProof="0" dirty="0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4"/>
          </p:nvPr>
        </p:nvSpPr>
        <p:spPr>
          <a:xfrm>
            <a:off x="10993582" y="6446838"/>
            <a:ext cx="7800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</a:lstStyle>
          <a:p>
            <a:fld id="{3A98EE3D-8CD1-4C3F-BD1C-C98C9596463C}" type="slidenum">
              <a:rPr lang="en-US" altLang="ja-JP" noProof="0" smtClean="0"/>
              <a:pPr/>
              <a:t>‹#›</a:t>
            </a:fld>
            <a:endParaRPr lang="ja-JP" altLang="en-US" noProof="0" dirty="0"/>
          </a:p>
        </p:txBody>
      </p:sp>
    </p:spTree>
    <p:extLst>
      <p:ext uri="{BB962C8B-B14F-4D97-AF65-F5344CB8AC3E}">
        <p14:creationId xmlns:p14="http://schemas.microsoft.com/office/powerpoint/2010/main" val="23633150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64" r:id="rId1"/>
    <p:sldLayoutId id="2147483785" r:id="rId2"/>
    <p:sldLayoutId id="2147483783" r:id="rId3"/>
    <p:sldLayoutId id="2147483765" r:id="rId4"/>
    <p:sldLayoutId id="2147483787" r:id="rId5"/>
    <p:sldLayoutId id="2147483784" r:id="rId6"/>
    <p:sldLayoutId id="2147483786" r:id="rId7"/>
    <p:sldLayoutId id="2147483774" r:id="rId8"/>
    <p:sldLayoutId id="2147483781" r:id="rId9"/>
    <p:sldLayoutId id="2147483779" r:id="rId10"/>
    <p:sldLayoutId id="2147483780" r:id="rId11"/>
    <p:sldLayoutId id="2147483778" r:id="rId12"/>
    <p:sldLayoutId id="2147483777" r:id="rId13"/>
    <p:sldLayoutId id="2147483776" r:id="rId14"/>
    <p:sldLayoutId id="2147483782" r:id="rId15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800" kern="1200" spc="-50" baseline="0">
          <a:solidFill>
            <a:schemeClr val="tx1">
              <a:lumMod val="75000"/>
              <a:lumOff val="25000"/>
            </a:schemeClr>
          </a:solidFill>
          <a:latin typeface="Meiryo UI" panose="020B0604030504040204" pitchFamily="50" charset="-128"/>
          <a:ea typeface="Meiryo UI" panose="020B0604030504040204" pitchFamily="50" charset="-128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10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kumimoji="1" sz="2000" kern="1200">
          <a:solidFill>
            <a:schemeClr val="tx1">
              <a:lumMod val="75000"/>
              <a:lumOff val="25000"/>
            </a:schemeClr>
          </a:solidFill>
          <a:latin typeface="Meiryo UI" panose="020B0604030504040204" pitchFamily="50" charset="-128"/>
          <a:ea typeface="Meiryo UI" panose="020B0604030504040204" pitchFamily="50" charset="-128"/>
          <a:cs typeface="+mn-cs"/>
        </a:defRPr>
      </a:lvl1pPr>
      <a:lvl2pPr marL="384048" indent="-182880" algn="l" defTabSz="914400" rtl="0" eaLnBrk="1" latinLnBrk="0" hangingPunct="1">
        <a:lnSpc>
          <a:spcPct val="100000"/>
        </a:lnSpc>
        <a:spcBef>
          <a:spcPts val="200"/>
        </a:spcBef>
        <a:spcAft>
          <a:spcPts val="400"/>
        </a:spcAft>
        <a:buClrTx/>
        <a:buFont typeface="Calibri" pitchFamily="34" charset="0"/>
        <a:buChar char="◦"/>
        <a:defRPr kumimoji="1" sz="1800" kern="1200">
          <a:solidFill>
            <a:schemeClr val="tx1">
              <a:lumMod val="75000"/>
              <a:lumOff val="25000"/>
            </a:schemeClr>
          </a:solidFill>
          <a:latin typeface="Meiryo UI" panose="020B0604030504040204" pitchFamily="50" charset="-128"/>
          <a:ea typeface="Meiryo UI" panose="020B0604030504040204" pitchFamily="50" charset="-128"/>
          <a:cs typeface="+mn-cs"/>
        </a:defRPr>
      </a:lvl2pPr>
      <a:lvl3pPr marL="566928" indent="-182880" algn="l" defTabSz="914400" rtl="0" eaLnBrk="1" latinLnBrk="0" hangingPunct="1">
        <a:lnSpc>
          <a:spcPct val="100000"/>
        </a:lnSpc>
        <a:spcBef>
          <a:spcPts val="200"/>
        </a:spcBef>
        <a:spcAft>
          <a:spcPts val="400"/>
        </a:spcAft>
        <a:buClrTx/>
        <a:buFont typeface="Calibri" pitchFamily="34" charset="0"/>
        <a:buChar char="◦"/>
        <a:defRPr kumimoji="1" sz="1400" kern="1200">
          <a:solidFill>
            <a:schemeClr val="tx1">
              <a:lumMod val="75000"/>
              <a:lumOff val="25000"/>
            </a:schemeClr>
          </a:solidFill>
          <a:latin typeface="Meiryo UI" panose="020B0604030504040204" pitchFamily="50" charset="-128"/>
          <a:ea typeface="Meiryo UI" panose="020B0604030504040204" pitchFamily="50" charset="-128"/>
          <a:cs typeface="+mn-cs"/>
        </a:defRPr>
      </a:lvl3pPr>
      <a:lvl4pPr marL="749808" indent="-182880" algn="l" defTabSz="914400" rtl="0" eaLnBrk="1" latinLnBrk="0" hangingPunct="1">
        <a:lnSpc>
          <a:spcPct val="100000"/>
        </a:lnSpc>
        <a:spcBef>
          <a:spcPts val="200"/>
        </a:spcBef>
        <a:spcAft>
          <a:spcPts val="400"/>
        </a:spcAft>
        <a:buClrTx/>
        <a:buFont typeface="Calibri" pitchFamily="34" charset="0"/>
        <a:buChar char="◦"/>
        <a:defRPr kumimoji="1" sz="1400" kern="1200">
          <a:solidFill>
            <a:schemeClr val="tx1">
              <a:lumMod val="75000"/>
              <a:lumOff val="25000"/>
            </a:schemeClr>
          </a:solidFill>
          <a:latin typeface="Meiryo UI" panose="020B0604030504040204" pitchFamily="50" charset="-128"/>
          <a:ea typeface="Meiryo UI" panose="020B0604030504040204" pitchFamily="50" charset="-128"/>
          <a:cs typeface="+mn-cs"/>
        </a:defRPr>
      </a:lvl4pPr>
      <a:lvl5pPr marL="932688" indent="-182880" algn="l" defTabSz="914400" rtl="0" eaLnBrk="1" latinLnBrk="0" hangingPunct="1">
        <a:lnSpc>
          <a:spcPct val="100000"/>
        </a:lnSpc>
        <a:spcBef>
          <a:spcPts val="200"/>
        </a:spcBef>
        <a:spcAft>
          <a:spcPts val="400"/>
        </a:spcAft>
        <a:buClrTx/>
        <a:buFont typeface="Calibri" pitchFamily="34" charset="0"/>
        <a:buChar char="◦"/>
        <a:defRPr kumimoji="1" sz="1400" kern="1200">
          <a:solidFill>
            <a:schemeClr val="tx1">
              <a:lumMod val="75000"/>
              <a:lumOff val="25000"/>
            </a:schemeClr>
          </a:solidFill>
          <a:latin typeface="Meiryo UI" panose="020B0604030504040204" pitchFamily="50" charset="-128"/>
          <a:ea typeface="Meiryo UI" panose="020B0604030504040204" pitchFamily="50" charset="-128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kumimoji="1"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kumimoji="1"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kumimoji="1"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kumimoji="1"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0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9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5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4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3.xml"/><Relationship Id="rId7" Type="http://schemas.microsoft.com/office/2007/relationships/diagramDrawing" Target="../diagrams/drawing3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6" Type="http://schemas.openxmlformats.org/officeDocument/2006/relationships/diagramColors" Target="../diagrams/colors3.xml"/><Relationship Id="rId5" Type="http://schemas.openxmlformats.org/officeDocument/2006/relationships/diagramQuickStyle" Target="../diagrams/quickStyle3.xml"/><Relationship Id="rId4" Type="http://schemas.openxmlformats.org/officeDocument/2006/relationships/diagramLayout" Target="../diagrams/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8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タイトル 4">
            <a:extLst>
              <a:ext uri="{FF2B5EF4-FFF2-40B4-BE49-F238E27FC236}">
                <a16:creationId xmlns:a16="http://schemas.microsoft.com/office/drawing/2014/main" id="{1E7C09F3-1BE8-0445-A3C4-9C100D32B8D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rtlCol="0">
            <a:normAutofit/>
          </a:bodyPr>
          <a:lstStyle/>
          <a:p>
            <a:pPr rtl="0"/>
            <a:r>
              <a:rPr lang="ja-JP" altLang="en-US" sz="11500" u="sng" dirty="0">
                <a:latin typeface="Meiryo UI" panose="020B0604030504040204" pitchFamily="50" charset="-128"/>
                <a:ea typeface="Meiryo UI" panose="020B0604030504040204" pitchFamily="50" charset="-128"/>
              </a:rPr>
              <a:t>就活帳</a:t>
            </a:r>
          </a:p>
        </p:txBody>
      </p:sp>
      <p:sp>
        <p:nvSpPr>
          <p:cNvPr id="6" name="サブタイトル 5">
            <a:extLst>
              <a:ext uri="{FF2B5EF4-FFF2-40B4-BE49-F238E27FC236}">
                <a16:creationId xmlns:a16="http://schemas.microsoft.com/office/drawing/2014/main" id="{C770EE27-FD77-894D-9D88-F5A548E1DCA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 rtlCol="0">
            <a:normAutofit/>
          </a:bodyPr>
          <a:lstStyle/>
          <a:p>
            <a:pPr rtl="0"/>
            <a:r>
              <a:rPr lang="ja-JP" altLang="en-US" sz="4400" dirty="0"/>
              <a:t>石川璃空</a:t>
            </a:r>
            <a:endParaRPr lang="ja-JP" altLang="en-US" sz="44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9" name="フローチャート: 手操作入力 8">
            <a:extLst>
              <a:ext uri="{FF2B5EF4-FFF2-40B4-BE49-F238E27FC236}">
                <a16:creationId xmlns:a16="http://schemas.microsoft.com/office/drawing/2014/main" id="{CB43C81B-255C-CA27-6D55-8C43E9E479CC}"/>
              </a:ext>
            </a:extLst>
          </p:cNvPr>
          <p:cNvSpPr/>
          <p:nvPr/>
        </p:nvSpPr>
        <p:spPr>
          <a:xfrm rot="16200000" flipH="1">
            <a:off x="6382476" y="1048474"/>
            <a:ext cx="6858000" cy="4761055"/>
          </a:xfrm>
          <a:prstGeom prst="flowChartManualInput">
            <a:avLst/>
          </a:prstGeom>
          <a:gradFill flip="none" rotWithShape="1">
            <a:gsLst>
              <a:gs pos="0">
                <a:schemeClr val="dk1">
                  <a:lumMod val="67000"/>
                </a:schemeClr>
              </a:gs>
              <a:gs pos="48000">
                <a:schemeClr val="dk1">
                  <a:lumMod val="97000"/>
                  <a:lumOff val="3000"/>
                </a:schemeClr>
              </a:gs>
              <a:gs pos="100000">
                <a:schemeClr val="dk1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6411090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タイトル 8">
            <a:extLst>
              <a:ext uri="{FF2B5EF4-FFF2-40B4-BE49-F238E27FC236}">
                <a16:creationId xmlns:a16="http://schemas.microsoft.com/office/drawing/2014/main" id="{2D7F6A80-08DF-8645-A4CD-7D0B49A3BF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76994" y="1570383"/>
            <a:ext cx="4845068" cy="1858617"/>
          </a:xfrm>
        </p:spPr>
        <p:txBody>
          <a:bodyPr rtlCol="0"/>
          <a:lstStyle/>
          <a:p>
            <a:pPr rtl="0"/>
            <a:r>
              <a:rPr lang="ja-JP" altLang="en-US" dirty="0"/>
              <a:t>石川 璃空</a:t>
            </a:r>
            <a:endParaRPr lang="ja-JP" altLang="en-US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0" name="コンテンツ プレースホルダー 9">
            <a:extLst>
              <a:ext uri="{FF2B5EF4-FFF2-40B4-BE49-F238E27FC236}">
                <a16:creationId xmlns:a16="http://schemas.microsoft.com/office/drawing/2014/main" id="{5613A2D6-52A2-8C4D-985E-CB4BEE6B29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rtlCol="0">
            <a:normAutofit/>
          </a:bodyPr>
          <a:lstStyle/>
          <a:p>
            <a:pPr rtl="0"/>
            <a:r>
              <a:rPr lang="en-US" altLang="ja-JP" sz="3200" dirty="0"/>
              <a:t>2025</a:t>
            </a:r>
            <a:r>
              <a:rPr lang="ja-JP" altLang="en-US" sz="3200" dirty="0"/>
              <a:t>年</a:t>
            </a:r>
            <a:r>
              <a:rPr lang="en-US" altLang="ja-JP" sz="3200" dirty="0"/>
              <a:t>11</a:t>
            </a:r>
            <a:r>
              <a:rPr lang="ja-JP" altLang="en-US" sz="3200" dirty="0"/>
              <a:t>月下旬から</a:t>
            </a:r>
            <a:endParaRPr lang="en-US" altLang="ja-JP" sz="3200" dirty="0"/>
          </a:p>
          <a:p>
            <a:pPr marL="0" indent="0" rtl="0">
              <a:buNone/>
            </a:pPr>
            <a:r>
              <a:rPr lang="ja-JP" altLang="en-US" sz="3200" dirty="0"/>
              <a:t>就職活動に本腰を入れる</a:t>
            </a:r>
            <a:endParaRPr lang="en-US" altLang="ja-JP" sz="3200" dirty="0"/>
          </a:p>
          <a:p>
            <a:pPr marL="0" indent="0" rtl="0">
              <a:buNone/>
            </a:pPr>
            <a:r>
              <a:rPr lang="ja-JP" altLang="en-US" sz="3200" dirty="0"/>
              <a:t>約</a:t>
            </a:r>
            <a:r>
              <a:rPr lang="en-US" altLang="ja-JP" sz="3200" dirty="0"/>
              <a:t>40</a:t>
            </a:r>
            <a:r>
              <a:rPr lang="ja-JP" altLang="en-US" sz="3200" dirty="0"/>
              <a:t>社受け、内定５社</a:t>
            </a:r>
            <a:endParaRPr lang="en-US" altLang="ja-JP" sz="3200" dirty="0"/>
          </a:p>
        </p:txBody>
      </p:sp>
      <p:sp>
        <p:nvSpPr>
          <p:cNvPr id="8" name="二等辺三角形 7">
            <a:extLst>
              <a:ext uri="{FF2B5EF4-FFF2-40B4-BE49-F238E27FC236}">
                <a16:creationId xmlns:a16="http://schemas.microsoft.com/office/drawing/2014/main" id="{79015C8D-E1EA-FF5F-0BC5-AC2BCD89E2F7}"/>
              </a:ext>
            </a:extLst>
          </p:cNvPr>
          <p:cNvSpPr/>
          <p:nvPr/>
        </p:nvSpPr>
        <p:spPr>
          <a:xfrm rot="10800000">
            <a:off x="848045" y="1615875"/>
            <a:ext cx="5328978" cy="4934851"/>
          </a:xfrm>
          <a:prstGeom prst="triangle">
            <a:avLst/>
          </a:prstGeom>
          <a:blipFill dpi="0" rotWithShape="0">
            <a:blip r:embed="rId3"/>
            <a:srcRect/>
            <a:tile tx="0" ty="5080000" sx="50000" sy="50000" flip="none" algn="b"/>
          </a:blip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728595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32CB5DE7-C0EC-D942-81AE-50AB9E5F55A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 rtlCol="0">
            <a:normAutofit/>
          </a:bodyPr>
          <a:lstStyle/>
          <a:p>
            <a:pPr marL="0" indent="0" rtl="0">
              <a:buNone/>
            </a:pPr>
            <a:r>
              <a:rPr lang="ja-JP" altLang="en-US" dirty="0"/>
              <a:t>ここで説明する</a:t>
            </a:r>
            <a:endParaRPr lang="en-US" altLang="ja-JP" dirty="0"/>
          </a:p>
        </p:txBody>
      </p:sp>
      <p:sp>
        <p:nvSpPr>
          <p:cNvPr id="7" name="ひし形 6">
            <a:extLst>
              <a:ext uri="{FF2B5EF4-FFF2-40B4-BE49-F238E27FC236}">
                <a16:creationId xmlns:a16="http://schemas.microsoft.com/office/drawing/2014/main" id="{39D153A1-D6A4-7B0D-1C5F-0D56E81299C2}"/>
              </a:ext>
            </a:extLst>
          </p:cNvPr>
          <p:cNvSpPr/>
          <p:nvPr/>
        </p:nvSpPr>
        <p:spPr>
          <a:xfrm>
            <a:off x="4178461" y="1814281"/>
            <a:ext cx="3460830" cy="3125164"/>
          </a:xfrm>
          <a:prstGeom prst="diamond">
            <a:avLst/>
          </a:prstGeom>
          <a:noFill/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ja-JP" altLang="en-US" sz="4800" dirty="0">
                <a:latin typeface="Meiryo UI" panose="020B0604030504040204" pitchFamily="50" charset="-128"/>
                <a:ea typeface="Meiryo UI" panose="020B0604030504040204" pitchFamily="50" charset="-128"/>
              </a:rPr>
              <a:t>概要</a:t>
            </a:r>
            <a:endParaRPr kumimoji="1" lang="ja-JP" altLang="en-US" sz="4800" dirty="0"/>
          </a:p>
        </p:txBody>
      </p:sp>
    </p:spTree>
    <p:extLst>
      <p:ext uri="{BB962C8B-B14F-4D97-AF65-F5344CB8AC3E}">
        <p14:creationId xmlns:p14="http://schemas.microsoft.com/office/powerpoint/2010/main" val="127793262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タイトル 2">
            <a:extLst>
              <a:ext uri="{FF2B5EF4-FFF2-40B4-BE49-F238E27FC236}">
                <a16:creationId xmlns:a16="http://schemas.microsoft.com/office/drawing/2014/main" id="{FDDF5302-8BAF-DD47-A375-773B74B649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983" y="960977"/>
            <a:ext cx="4614347" cy="2164188"/>
          </a:xfrm>
        </p:spPr>
        <p:txBody>
          <a:bodyPr rtlCol="0">
            <a:normAutofit/>
          </a:bodyPr>
          <a:lstStyle/>
          <a:p>
            <a:pPr rtl="0"/>
            <a:r>
              <a:rPr lang="ja-JP" altLang="en-US" sz="6600" dirty="0">
                <a:solidFill>
                  <a:schemeClr val="accent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就職活動で</a:t>
            </a:r>
            <a:br>
              <a:rPr lang="en-US" altLang="ja-JP" sz="6600" dirty="0">
                <a:solidFill>
                  <a:schemeClr val="accent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lang="ja-JP" altLang="en-US" sz="6600" dirty="0">
                <a:solidFill>
                  <a:schemeClr val="accent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大事なこと</a:t>
            </a:r>
          </a:p>
        </p:txBody>
      </p:sp>
      <p:sp>
        <p:nvSpPr>
          <p:cNvPr id="10" name="四角形: 角を丸くする 9">
            <a:extLst>
              <a:ext uri="{FF2B5EF4-FFF2-40B4-BE49-F238E27FC236}">
                <a16:creationId xmlns:a16="http://schemas.microsoft.com/office/drawing/2014/main" id="{76549981-7230-8D34-7E42-934642C1C67F}"/>
              </a:ext>
            </a:extLst>
          </p:cNvPr>
          <p:cNvSpPr/>
          <p:nvPr/>
        </p:nvSpPr>
        <p:spPr>
          <a:xfrm>
            <a:off x="1805651" y="3240912"/>
            <a:ext cx="8993529" cy="2372810"/>
          </a:xfrm>
          <a:prstGeom prst="roundRect">
            <a:avLst>
              <a:gd name="adj" fmla="val 16179"/>
            </a:avLst>
          </a:prstGeom>
          <a:solidFill>
            <a:schemeClr val="dk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54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就活の軸に沿って企業を</a:t>
            </a:r>
            <a:endParaRPr kumimoji="1" lang="en-US" altLang="ja-JP" sz="5400" dirty="0">
              <a:solidFill>
                <a:schemeClr val="bg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algn="ctr"/>
            <a:r>
              <a:rPr kumimoji="1" lang="ja-JP" altLang="en-US" sz="54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比較・検討する</a:t>
            </a:r>
          </a:p>
        </p:txBody>
      </p:sp>
    </p:spTree>
    <p:extLst>
      <p:ext uri="{BB962C8B-B14F-4D97-AF65-F5344CB8AC3E}">
        <p14:creationId xmlns:p14="http://schemas.microsoft.com/office/powerpoint/2010/main" val="251533001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49345F4-C270-FB28-85F3-2E2A30F0BE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3514" y="673123"/>
            <a:ext cx="10452849" cy="910492"/>
          </a:xfrm>
        </p:spPr>
        <p:txBody>
          <a:bodyPr/>
          <a:lstStyle/>
          <a:p>
            <a:r>
              <a:rPr kumimoji="1" lang="ja-JP" altLang="en-US" dirty="0"/>
              <a:t>㋂末活動継続率の推移</a:t>
            </a:r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68CC6CD6-F316-FBB6-B656-70C07B87754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646" t="12682" r="442" b="11287"/>
          <a:stretch>
            <a:fillRect/>
          </a:stretch>
        </p:blipFill>
        <p:spPr>
          <a:xfrm>
            <a:off x="573514" y="1532587"/>
            <a:ext cx="10452849" cy="3669175"/>
          </a:xfrm>
          <a:prstGeom prst="rect">
            <a:avLst/>
          </a:prstGeom>
        </p:spPr>
      </p:pic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4EEB4B37-CF9A-0A8E-0FDA-1D55889E523D}"/>
              </a:ext>
            </a:extLst>
          </p:cNvPr>
          <p:cNvSpPr txBox="1"/>
          <p:nvPr/>
        </p:nvSpPr>
        <p:spPr>
          <a:xfrm>
            <a:off x="7078486" y="937284"/>
            <a:ext cx="432257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ソース画像：</a:t>
            </a:r>
            <a:endParaRPr kumimoji="1" lang="en-US" altLang="ja-JP" dirty="0"/>
          </a:p>
          <a:p>
            <a:r>
              <a:rPr kumimoji="1" lang="ja-JP" altLang="en-US" dirty="0"/>
              <a:t>マイナビ</a:t>
            </a:r>
            <a:r>
              <a:rPr kumimoji="1" lang="en-US" altLang="ja-JP" dirty="0"/>
              <a:t>2027</a:t>
            </a:r>
            <a:r>
              <a:rPr kumimoji="1" lang="ja-JP" altLang="en-US" dirty="0"/>
              <a:t>年卒キャリア意向調査３月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AC0DAC0A-3CE6-04F1-46EF-03C18E14A598}"/>
              </a:ext>
            </a:extLst>
          </p:cNvPr>
          <p:cNvSpPr txBox="1"/>
          <p:nvPr/>
        </p:nvSpPr>
        <p:spPr>
          <a:xfrm>
            <a:off x="198814" y="5173617"/>
            <a:ext cx="570529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3600" dirty="0"/>
              <a:t>約</a:t>
            </a:r>
            <a:r>
              <a:rPr kumimoji="1" lang="ja-JP" altLang="en-US" sz="3600" dirty="0">
                <a:latin typeface="Meiryo UI" panose="020B0604030504040204" pitchFamily="50" charset="-128"/>
                <a:ea typeface="Meiryo UI" panose="020B0604030504040204" pitchFamily="50" charset="-128"/>
              </a:rPr>
              <a:t>３割</a:t>
            </a:r>
            <a:r>
              <a:rPr kumimoji="1" lang="ja-JP" altLang="en-US" sz="3600" dirty="0"/>
              <a:t>が内々定ありでも</a:t>
            </a:r>
            <a:endParaRPr kumimoji="1" lang="en-US" altLang="ja-JP" sz="3600" dirty="0"/>
          </a:p>
          <a:p>
            <a:pPr algn="ctr"/>
            <a:r>
              <a:rPr kumimoji="1" lang="ja-JP" altLang="en-US" sz="3600" dirty="0"/>
              <a:t>継続している</a:t>
            </a:r>
          </a:p>
        </p:txBody>
      </p:sp>
      <p:sp>
        <p:nvSpPr>
          <p:cNvPr id="7" name="矢印: 右 6">
            <a:extLst>
              <a:ext uri="{FF2B5EF4-FFF2-40B4-BE49-F238E27FC236}">
                <a16:creationId xmlns:a16="http://schemas.microsoft.com/office/drawing/2014/main" id="{F167DEBF-E18F-7034-3215-884BD658E0E6}"/>
              </a:ext>
            </a:extLst>
          </p:cNvPr>
          <p:cNvSpPr/>
          <p:nvPr/>
        </p:nvSpPr>
        <p:spPr>
          <a:xfrm>
            <a:off x="5649353" y="5474825"/>
            <a:ext cx="1277073" cy="710052"/>
          </a:xfrm>
          <a:prstGeom prst="rightArrow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  <a:extLst>
              <a:ext uri="{C807C97D-BFC1-408E-A445-0C87EB9F89A2}">
                <ask:lineSketchStyleProps xmlns:ask="http://schemas.microsoft.com/office/drawing/2018/sketchyshapes" sd="823318213">
                  <a:custGeom>
                    <a:avLst/>
                    <a:gdLst>
                      <a:gd name="csX0" fmla="*/ 0 w 1381246"/>
                      <a:gd name="csY0" fmla="*/ 177513 h 710052"/>
                      <a:gd name="csX1" fmla="*/ 482323 w 1381246"/>
                      <a:gd name="csY1" fmla="*/ 177513 h 710052"/>
                      <a:gd name="csX2" fmla="*/ 1026220 w 1381246"/>
                      <a:gd name="csY2" fmla="*/ 177513 h 710052"/>
                      <a:gd name="csX3" fmla="*/ 1026220 w 1381246"/>
                      <a:gd name="csY3" fmla="*/ 0 h 710052"/>
                      <a:gd name="csX4" fmla="*/ 1381246 w 1381246"/>
                      <a:gd name="csY4" fmla="*/ 355026 h 710052"/>
                      <a:gd name="csX5" fmla="*/ 1026220 w 1381246"/>
                      <a:gd name="csY5" fmla="*/ 710052 h 710052"/>
                      <a:gd name="csX6" fmla="*/ 1026220 w 1381246"/>
                      <a:gd name="csY6" fmla="*/ 532539 h 710052"/>
                      <a:gd name="csX7" fmla="*/ 502848 w 1381246"/>
                      <a:gd name="csY7" fmla="*/ 532539 h 710052"/>
                      <a:gd name="csX8" fmla="*/ 0 w 1381246"/>
                      <a:gd name="csY8" fmla="*/ 532539 h 710052"/>
                      <a:gd name="csX9" fmla="*/ 0 w 1381246"/>
                      <a:gd name="csY9" fmla="*/ 177513 h 71005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  <a:cxn ang="0">
                        <a:pos x="csX7" y="csY7"/>
                      </a:cxn>
                      <a:cxn ang="0">
                        <a:pos x="csX8" y="csY8"/>
                      </a:cxn>
                      <a:cxn ang="0">
                        <a:pos x="csX9" y="csY9"/>
                      </a:cxn>
                    </a:cxnLst>
                    <a:rect l="l" t="t" r="r" b="b"/>
                    <a:pathLst>
                      <a:path w="1381246" h="710052" extrusionOk="0">
                        <a:moveTo>
                          <a:pt x="0" y="177513"/>
                        </a:moveTo>
                        <a:cubicBezTo>
                          <a:pt x="206900" y="177925"/>
                          <a:pt x="326154" y="198076"/>
                          <a:pt x="482323" y="177513"/>
                        </a:cubicBezTo>
                        <a:cubicBezTo>
                          <a:pt x="638492" y="156950"/>
                          <a:pt x="848328" y="193205"/>
                          <a:pt x="1026220" y="177513"/>
                        </a:cubicBezTo>
                        <a:cubicBezTo>
                          <a:pt x="1018496" y="92467"/>
                          <a:pt x="1028003" y="86396"/>
                          <a:pt x="1026220" y="0"/>
                        </a:cubicBezTo>
                        <a:cubicBezTo>
                          <a:pt x="1132995" y="115241"/>
                          <a:pt x="1302122" y="242673"/>
                          <a:pt x="1381246" y="355026"/>
                        </a:cubicBezTo>
                        <a:cubicBezTo>
                          <a:pt x="1225388" y="507987"/>
                          <a:pt x="1161315" y="556088"/>
                          <a:pt x="1026220" y="710052"/>
                        </a:cubicBezTo>
                        <a:cubicBezTo>
                          <a:pt x="1022867" y="623144"/>
                          <a:pt x="1018021" y="601629"/>
                          <a:pt x="1026220" y="532539"/>
                        </a:cubicBezTo>
                        <a:cubicBezTo>
                          <a:pt x="846015" y="556245"/>
                          <a:pt x="760388" y="508936"/>
                          <a:pt x="502848" y="532539"/>
                        </a:cubicBezTo>
                        <a:cubicBezTo>
                          <a:pt x="245308" y="556142"/>
                          <a:pt x="163384" y="520840"/>
                          <a:pt x="0" y="532539"/>
                        </a:cubicBezTo>
                        <a:cubicBezTo>
                          <a:pt x="6663" y="374354"/>
                          <a:pt x="-1225" y="288074"/>
                          <a:pt x="0" y="177513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7D80DC81-BD3D-C34A-1592-E345BAA7668B}"/>
              </a:ext>
            </a:extLst>
          </p:cNvPr>
          <p:cNvSpPr txBox="1"/>
          <p:nvPr/>
        </p:nvSpPr>
        <p:spPr>
          <a:xfrm>
            <a:off x="6974315" y="5173618"/>
            <a:ext cx="394787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3600" dirty="0"/>
              <a:t>自らに合った</a:t>
            </a:r>
            <a:endParaRPr kumimoji="1" lang="en-US" altLang="ja-JP" sz="3600" dirty="0"/>
          </a:p>
          <a:p>
            <a:r>
              <a:rPr kumimoji="1" lang="ja-JP" altLang="en-US" sz="3600" dirty="0"/>
              <a:t>企業を探している</a:t>
            </a:r>
          </a:p>
        </p:txBody>
      </p:sp>
    </p:spTree>
    <p:extLst>
      <p:ext uri="{BB962C8B-B14F-4D97-AF65-F5344CB8AC3E}">
        <p14:creationId xmlns:p14="http://schemas.microsoft.com/office/powerpoint/2010/main" val="392008783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8786DAAE-C08D-46E3-A8CE-2D266D3974F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69576" y="1909472"/>
            <a:ext cx="10452848" cy="1397879"/>
          </a:xfrm>
        </p:spPr>
        <p:txBody>
          <a:bodyPr rtlCol="0">
            <a:normAutofit/>
          </a:bodyPr>
          <a:lstStyle/>
          <a:p>
            <a:pPr marL="0" indent="0" rtl="0">
              <a:buNone/>
            </a:pPr>
            <a:r>
              <a:rPr lang="ja-JP" altLang="en-US" sz="3600" dirty="0"/>
              <a:t>「既存のメモアプリで各企業についてまとめるまではいいが</a:t>
            </a:r>
            <a:endParaRPr lang="en-US" altLang="ja-JP" sz="3600" dirty="0"/>
          </a:p>
          <a:p>
            <a:pPr marL="0" indent="0" algn="r" rtl="0">
              <a:buNone/>
            </a:pPr>
            <a:r>
              <a:rPr lang="ja-JP" altLang="en-US" sz="3600" dirty="0">
                <a:latin typeface="Meiryo UI" panose="020B0604030504040204" pitchFamily="50" charset="-128"/>
                <a:ea typeface="Meiryo UI" panose="020B0604030504040204" pitchFamily="50" charset="-128"/>
              </a:rPr>
              <a:t>比較するまでが大変」</a:t>
            </a:r>
            <a:endParaRPr lang="ja-JP" altLang="en-US" sz="20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F2A115AC-F6DD-4765-9553-9296098AFA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835" y="801132"/>
            <a:ext cx="10452849" cy="910492"/>
          </a:xfrm>
        </p:spPr>
        <p:txBody>
          <a:bodyPr rtlCol="0" anchor="ctr">
            <a:normAutofit/>
          </a:bodyPr>
          <a:lstStyle/>
          <a:p>
            <a:pPr rtl="0"/>
            <a:r>
              <a:rPr lang="ja-JP" altLang="en-US" sz="5400" u="sng" dirty="0">
                <a:solidFill>
                  <a:schemeClr val="accent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就活中に思っていた悩み</a:t>
            </a:r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AE697E05-7059-5FB9-A72C-D7C9866ADD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76515" y="3505200"/>
            <a:ext cx="1946898" cy="1946898"/>
          </a:xfrm>
          <a:prstGeom prst="rect">
            <a:avLst/>
          </a:prstGeom>
        </p:spPr>
      </p:pic>
      <p:pic>
        <p:nvPicPr>
          <p:cNvPr id="7" name="図 6">
            <a:extLst>
              <a:ext uri="{FF2B5EF4-FFF2-40B4-BE49-F238E27FC236}">
                <a16:creationId xmlns:a16="http://schemas.microsoft.com/office/drawing/2014/main" id="{8D6A3D7F-4BEF-B9B4-6AD5-0562DADA050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77741" y="3505199"/>
            <a:ext cx="2090447" cy="1946897"/>
          </a:xfrm>
          <a:prstGeom prst="rect">
            <a:avLst/>
          </a:prstGeom>
        </p:spPr>
      </p:pic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9E451A53-91E5-CF15-B712-65251F60F967}"/>
              </a:ext>
            </a:extLst>
          </p:cNvPr>
          <p:cNvSpPr txBox="1"/>
          <p:nvPr/>
        </p:nvSpPr>
        <p:spPr>
          <a:xfrm>
            <a:off x="2106592" y="5636871"/>
            <a:ext cx="347240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2400" dirty="0">
                <a:solidFill>
                  <a:schemeClr val="bg1"/>
                </a:solidFill>
              </a:rPr>
              <a:t>Galaxy</a:t>
            </a:r>
            <a:r>
              <a:rPr kumimoji="1" lang="ja-JP" altLang="en-US" sz="2400" dirty="0">
                <a:solidFill>
                  <a:schemeClr val="bg1"/>
                </a:solidFill>
              </a:rPr>
              <a:t>既存の</a:t>
            </a:r>
            <a:endParaRPr kumimoji="1" lang="en-US" altLang="ja-JP" sz="2400" dirty="0">
              <a:solidFill>
                <a:schemeClr val="bg1"/>
              </a:solidFill>
            </a:endParaRPr>
          </a:p>
          <a:p>
            <a:pPr algn="ctr"/>
            <a:r>
              <a:rPr kumimoji="1" lang="ja-JP" altLang="en-US" sz="2400" dirty="0">
                <a:solidFill>
                  <a:schemeClr val="bg1"/>
                </a:solidFill>
              </a:rPr>
              <a:t>メモアプリ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C8497AE1-273C-5B09-2DC3-0C4AA1FA0B6C}"/>
              </a:ext>
            </a:extLst>
          </p:cNvPr>
          <p:cNvSpPr txBox="1"/>
          <p:nvPr/>
        </p:nvSpPr>
        <p:spPr>
          <a:xfrm>
            <a:off x="7396633" y="5544537"/>
            <a:ext cx="197155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3600" dirty="0">
                <a:solidFill>
                  <a:schemeClr val="bg1"/>
                </a:solidFill>
              </a:rPr>
              <a:t>Excel</a:t>
            </a:r>
            <a:endParaRPr kumimoji="1" lang="ja-JP" altLang="en-US" sz="36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9275652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コンテンツ プレースホルダー 2" descr="SmartArt プレースホルダー - 2 X アイコン縦方向">
            <a:extLst>
              <a:ext uri="{FF2B5EF4-FFF2-40B4-BE49-F238E27FC236}">
                <a16:creationId xmlns:a16="http://schemas.microsoft.com/office/drawing/2014/main" id="{05161A65-4E7E-B44A-B0C7-71A1F0FD58A0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910965151"/>
              </p:ext>
            </p:extLst>
          </p:nvPr>
        </p:nvGraphicFramePr>
        <p:xfrm>
          <a:off x="-1" y="719999"/>
          <a:ext cx="6377651" cy="541800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28" name="タイトル 27">
            <a:extLst>
              <a:ext uri="{FF2B5EF4-FFF2-40B4-BE49-F238E27FC236}">
                <a16:creationId xmlns:a16="http://schemas.microsoft.com/office/drawing/2014/main" id="{4988F789-C14D-C841-BDEB-8ACF773772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ja-JP" altLang="en-US" dirty="0"/>
              <a:t>これらソフトの</a:t>
            </a:r>
            <a:br>
              <a:rPr lang="en-US" altLang="ja-JP" dirty="0"/>
            </a:br>
            <a:r>
              <a:rPr lang="ja-JP" altLang="en-US" dirty="0"/>
              <a:t>問題点</a:t>
            </a:r>
            <a:endParaRPr lang="ja-JP" altLang="en-US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8712321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1562C18F-AC65-C940-7B85-EE31A68CC713}"/>
              </a:ext>
            </a:extLst>
          </p:cNvPr>
          <p:cNvSpPr txBox="1"/>
          <p:nvPr/>
        </p:nvSpPr>
        <p:spPr>
          <a:xfrm>
            <a:off x="787079" y="2767280"/>
            <a:ext cx="383122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4000" dirty="0">
                <a:solidFill>
                  <a:schemeClr val="accent1"/>
                </a:solidFill>
              </a:rPr>
              <a:t>それらの問題を</a:t>
            </a:r>
            <a:endParaRPr kumimoji="1" lang="en-US" altLang="ja-JP" sz="4000" dirty="0">
              <a:solidFill>
                <a:schemeClr val="accent1"/>
              </a:solidFill>
            </a:endParaRPr>
          </a:p>
          <a:p>
            <a:r>
              <a:rPr kumimoji="1" lang="ja-JP" altLang="en-US" sz="4000" dirty="0">
                <a:solidFill>
                  <a:schemeClr val="accent1"/>
                </a:solidFill>
              </a:rPr>
              <a:t>解決できるのが</a:t>
            </a:r>
          </a:p>
        </p:txBody>
      </p:sp>
      <p:pic>
        <p:nvPicPr>
          <p:cNvPr id="6" name="図 5">
            <a:extLst>
              <a:ext uri="{FF2B5EF4-FFF2-40B4-BE49-F238E27FC236}">
                <a16:creationId xmlns:a16="http://schemas.microsoft.com/office/drawing/2014/main" id="{3F64A3C2-A44C-F026-4AA3-2C5C9EB6CB6B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642904" y="1524515"/>
            <a:ext cx="5132407" cy="5132407"/>
          </a:xfrm>
          <a:prstGeom prst="snip2DiagRect">
            <a:avLst>
              <a:gd name="adj1" fmla="val 0"/>
              <a:gd name="adj2" fmla="val 9901"/>
            </a:avLst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88900" algn="tl" rotWithShape="0">
              <a:srgbClr val="000000">
                <a:alpha val="45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  <p:extLst>
      <p:ext uri="{BB962C8B-B14F-4D97-AF65-F5344CB8AC3E}">
        <p14:creationId xmlns:p14="http://schemas.microsoft.com/office/powerpoint/2010/main" val="3594982849"/>
      </p:ext>
    </p:extLst>
  </p:cSld>
  <p:clrMapOvr>
    <a:masterClrMapping/>
  </p:clrMapOvr>
  <p:transition spd="slow">
    <p:push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コンテンツ プレースホルダー 2" descr="SmartArt プレースホルダー - 4 X アイコン">
            <a:extLst>
              <a:ext uri="{FF2B5EF4-FFF2-40B4-BE49-F238E27FC236}">
                <a16:creationId xmlns:a16="http://schemas.microsoft.com/office/drawing/2014/main" id="{5EB466A8-B25D-AA40-A3BE-639E8D6568DA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334238549"/>
              </p:ext>
            </p:extLst>
          </p:nvPr>
        </p:nvGraphicFramePr>
        <p:xfrm>
          <a:off x="5887845" y="1371805"/>
          <a:ext cx="6304154" cy="524086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2" name="タイトル 1">
            <a:extLst>
              <a:ext uri="{FF2B5EF4-FFF2-40B4-BE49-F238E27FC236}">
                <a16:creationId xmlns:a16="http://schemas.microsoft.com/office/drawing/2014/main" id="{BB6C8D45-FD19-C44E-9C71-E676747044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ja-JP" altLang="en-US" dirty="0">
                <a:latin typeface="Meiryo UI" panose="020B0604030504040204" pitchFamily="50" charset="-128"/>
                <a:ea typeface="Meiryo UI" panose="020B0604030504040204" pitchFamily="50" charset="-128"/>
              </a:rPr>
              <a:t>就活帳の</a:t>
            </a:r>
            <a:br>
              <a:rPr lang="en-US" altLang="ja-JP" dirty="0"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lang="ja-JP" altLang="en-US" dirty="0"/>
              <a:t>機能</a:t>
            </a:r>
            <a:endParaRPr lang="ja-JP" altLang="en-US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31504061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404DED-5DE0-C6C3-D472-B75066BF4C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コンテンツ プレースホルダー 2" descr="SmartArt プレースホルダー - 4 X アイコン">
            <a:extLst>
              <a:ext uri="{FF2B5EF4-FFF2-40B4-BE49-F238E27FC236}">
                <a16:creationId xmlns:a16="http://schemas.microsoft.com/office/drawing/2014/main" id="{166697A0-0F31-A5D2-12FC-AE0B64997787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003666387"/>
              </p:ext>
            </p:extLst>
          </p:nvPr>
        </p:nvGraphicFramePr>
        <p:xfrm>
          <a:off x="4822974" y="1048033"/>
          <a:ext cx="6304154" cy="524086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3" name="四角形: 角を丸くする 2">
            <a:extLst>
              <a:ext uri="{FF2B5EF4-FFF2-40B4-BE49-F238E27FC236}">
                <a16:creationId xmlns:a16="http://schemas.microsoft.com/office/drawing/2014/main" id="{6407F570-60BA-6845-37C4-2A2135C8730E}"/>
              </a:ext>
            </a:extLst>
          </p:cNvPr>
          <p:cNvSpPr/>
          <p:nvPr/>
        </p:nvSpPr>
        <p:spPr>
          <a:xfrm>
            <a:off x="5110316" y="3529571"/>
            <a:ext cx="5729469" cy="2327219"/>
          </a:xfrm>
          <a:prstGeom prst="round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四角形: 角を丸くする 3">
            <a:extLst>
              <a:ext uri="{FF2B5EF4-FFF2-40B4-BE49-F238E27FC236}">
                <a16:creationId xmlns:a16="http://schemas.microsoft.com/office/drawing/2014/main" id="{30BC6BCA-23C2-1B6A-8D9A-AF52274E8BCE}"/>
              </a:ext>
            </a:extLst>
          </p:cNvPr>
          <p:cNvSpPr/>
          <p:nvPr/>
        </p:nvSpPr>
        <p:spPr>
          <a:xfrm>
            <a:off x="4748653" y="943861"/>
            <a:ext cx="6452794" cy="2327219"/>
          </a:xfrm>
          <a:prstGeom prst="roundRect">
            <a:avLst/>
          </a:prstGeom>
          <a:noFill/>
          <a:ln w="28575" cap="flat" cmpd="sng" algn="ctr">
            <a:solidFill>
              <a:schemeClr val="accent4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4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99E89509-908E-B3D2-EFD4-187A7BD263B9}"/>
              </a:ext>
            </a:extLst>
          </p:cNvPr>
          <p:cNvSpPr txBox="1"/>
          <p:nvPr/>
        </p:nvSpPr>
        <p:spPr>
          <a:xfrm>
            <a:off x="315550" y="1568861"/>
            <a:ext cx="4433103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3200" dirty="0">
                <a:solidFill>
                  <a:schemeClr val="tx2"/>
                </a:solidFill>
              </a:rPr>
              <a:t>既存のメモアプリの</a:t>
            </a:r>
            <a:endParaRPr kumimoji="1" lang="en-US" altLang="ja-JP" sz="3200" dirty="0">
              <a:solidFill>
                <a:schemeClr val="tx2"/>
              </a:solidFill>
            </a:endParaRPr>
          </a:p>
          <a:p>
            <a:pPr algn="ctr"/>
            <a:r>
              <a:rPr kumimoji="1" lang="ja-JP" altLang="en-US" sz="3200" dirty="0">
                <a:solidFill>
                  <a:schemeClr val="tx2"/>
                </a:solidFill>
              </a:rPr>
              <a:t>一般的な機能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A9B9C22D-C8DB-C4AE-C95D-23F051DF89BD}"/>
              </a:ext>
            </a:extLst>
          </p:cNvPr>
          <p:cNvSpPr txBox="1"/>
          <p:nvPr/>
        </p:nvSpPr>
        <p:spPr>
          <a:xfrm>
            <a:off x="389870" y="4241381"/>
            <a:ext cx="4433103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3200" b="1" dirty="0">
                <a:solidFill>
                  <a:schemeClr val="accent1"/>
                </a:solidFill>
              </a:rPr>
              <a:t>本アプリの提供する</a:t>
            </a:r>
            <a:endParaRPr kumimoji="1" lang="en-US" altLang="ja-JP" sz="3200" b="1" dirty="0">
              <a:solidFill>
                <a:schemeClr val="accent1"/>
              </a:solidFill>
            </a:endParaRPr>
          </a:p>
          <a:p>
            <a:pPr algn="ctr"/>
            <a:r>
              <a:rPr kumimoji="1" lang="ja-JP" altLang="en-US" sz="3200" b="1" dirty="0">
                <a:solidFill>
                  <a:schemeClr val="accent1"/>
                </a:solidFill>
              </a:rPr>
              <a:t>強みとなる機能</a:t>
            </a:r>
          </a:p>
        </p:txBody>
      </p:sp>
    </p:spTree>
    <p:extLst>
      <p:ext uri="{BB962C8B-B14F-4D97-AF65-F5344CB8AC3E}">
        <p14:creationId xmlns:p14="http://schemas.microsoft.com/office/powerpoint/2010/main" val="397555220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623DBC43-2FBF-624E-ADB3-BA3583AE344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>
            <a:normAutofit/>
          </a:bodyPr>
          <a:lstStyle/>
          <a:p>
            <a:pPr rtl="0"/>
            <a:r>
              <a:rPr lang="ja-JP" altLang="en-US" sz="3200" dirty="0"/>
              <a:t>既存のメモアプリ</a:t>
            </a:r>
            <a:endParaRPr lang="ja-JP" altLang="en-US" sz="32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8F06D68A-A600-9C45-B10C-2A39080E9E2D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 rtlCol="0">
            <a:normAutofit lnSpcReduction="10000"/>
          </a:bodyPr>
          <a:lstStyle/>
          <a:p>
            <a:pPr marL="0" indent="0" rtl="0">
              <a:buNone/>
            </a:pPr>
            <a:r>
              <a:rPr lang="ja-JP" altLang="en-US" sz="4000" dirty="0">
                <a:latin typeface="Meiryo UI" panose="020B0604030504040204" pitchFamily="50" charset="-128"/>
                <a:ea typeface="Meiryo UI" panose="020B0604030504040204" pitchFamily="50" charset="-128"/>
              </a:rPr>
              <a:t>・一つのドキュメントに改行などで分けて記録</a:t>
            </a:r>
            <a:endParaRPr lang="en-US" altLang="ja-JP" sz="40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0" indent="0" rtl="0">
              <a:buNone/>
            </a:pPr>
            <a:r>
              <a:rPr lang="ja-JP" altLang="en-US" sz="4000" dirty="0"/>
              <a:t>・比較はしづらい</a:t>
            </a:r>
            <a:endParaRPr lang="en-US" altLang="ja-JP" sz="4000" dirty="0"/>
          </a:p>
          <a:p>
            <a:pPr marL="0" indent="0" rtl="0">
              <a:buNone/>
            </a:pPr>
            <a:r>
              <a:rPr lang="ja-JP" altLang="en-US" sz="4000" dirty="0">
                <a:latin typeface="Meiryo UI" panose="020B0604030504040204" pitchFamily="50" charset="-128"/>
                <a:ea typeface="Meiryo UI" panose="020B0604030504040204" pitchFamily="50" charset="-128"/>
              </a:rPr>
              <a:t>・視認性に欠ける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F06F519B-5706-804A-8C82-1D9EDAA812F9}"/>
              </a:ext>
            </a:extLst>
          </p:cNvPr>
          <p:cNvSpPr>
            <a:spLocks noGrp="1"/>
          </p:cNvSpPr>
          <p:nvPr>
            <p:ph type="body" idx="13"/>
          </p:nvPr>
        </p:nvSpPr>
        <p:spPr/>
        <p:txBody>
          <a:bodyPr rtlCol="0">
            <a:normAutofit/>
          </a:bodyPr>
          <a:lstStyle/>
          <a:p>
            <a:pPr rtl="0"/>
            <a:r>
              <a:rPr lang="ja-JP" altLang="en-US" sz="3200" dirty="0">
                <a:solidFill>
                  <a:schemeClr val="accent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就活帳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A65FB2C5-19EB-8A4A-98B2-19E436877E98}"/>
              </a:ext>
            </a:extLst>
          </p:cNvPr>
          <p:cNvSpPr>
            <a:spLocks noGrp="1"/>
          </p:cNvSpPr>
          <p:nvPr>
            <p:ph sz="half" idx="14"/>
          </p:nvPr>
        </p:nvSpPr>
        <p:spPr/>
        <p:txBody>
          <a:bodyPr rtlCol="0">
            <a:normAutofit/>
          </a:bodyPr>
          <a:lstStyle/>
          <a:p>
            <a:pPr rtl="0"/>
            <a:r>
              <a:rPr lang="ja-JP" altLang="en-US" sz="3200" dirty="0">
                <a:solidFill>
                  <a:schemeClr val="accent1">
                    <a:lumMod val="50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・それぞれ項目ごとに入力</a:t>
            </a:r>
            <a:endParaRPr lang="en-US" altLang="ja-JP" sz="3200" dirty="0">
              <a:solidFill>
                <a:schemeClr val="accent1">
                  <a:lumMod val="50000"/>
                </a:schemeClr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rtl="0"/>
            <a:r>
              <a:rPr lang="ja-JP" altLang="en-US" sz="3200" dirty="0">
                <a:solidFill>
                  <a:schemeClr val="accent1">
                    <a:lumMod val="50000"/>
                  </a:schemeClr>
                </a:solidFill>
              </a:rPr>
              <a:t>・比較をしやすい</a:t>
            </a:r>
            <a:endParaRPr lang="en-US" altLang="ja-JP" sz="3200" dirty="0">
              <a:solidFill>
                <a:schemeClr val="accent1">
                  <a:lumMod val="50000"/>
                </a:schemeClr>
              </a:solidFill>
            </a:endParaRPr>
          </a:p>
          <a:p>
            <a:pPr rtl="0"/>
            <a:r>
              <a:rPr lang="ja-JP" altLang="en-US" sz="3200" dirty="0">
                <a:solidFill>
                  <a:schemeClr val="accent1">
                    <a:lumMod val="50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・視認性、操作性共に優秀</a:t>
            </a:r>
            <a:endParaRPr lang="en-US" altLang="ja-JP" sz="3200" dirty="0">
              <a:solidFill>
                <a:schemeClr val="accent1">
                  <a:lumMod val="50000"/>
                </a:schemeClr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rtl="0"/>
            <a:r>
              <a:rPr lang="ja-JP" altLang="en-US" sz="3200" dirty="0">
                <a:solidFill>
                  <a:schemeClr val="accent1">
                    <a:lumMod val="50000"/>
                  </a:schemeClr>
                </a:solidFill>
              </a:rPr>
              <a:t>・</a:t>
            </a:r>
            <a:r>
              <a:rPr lang="en-US" altLang="ja-JP" sz="3200" dirty="0">
                <a:solidFill>
                  <a:schemeClr val="accent1">
                    <a:lumMod val="50000"/>
                  </a:schemeClr>
                </a:solidFill>
              </a:rPr>
              <a:t>AI</a:t>
            </a:r>
            <a:r>
              <a:rPr lang="ja-JP" altLang="en-US" sz="3200" dirty="0">
                <a:solidFill>
                  <a:schemeClr val="accent1">
                    <a:lumMod val="50000"/>
                  </a:schemeClr>
                </a:solidFill>
              </a:rPr>
              <a:t>に相談することもできる</a:t>
            </a:r>
            <a:endParaRPr lang="ja-JP" altLang="en-US" sz="3200" dirty="0">
              <a:solidFill>
                <a:schemeClr val="accent1">
                  <a:lumMod val="50000"/>
                </a:schemeClr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DDA2F4C6-F233-E149-AA45-4C25835FC4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ja-JP" altLang="en-US" dirty="0">
                <a:latin typeface="Meiryo UI" panose="020B0604030504040204" pitchFamily="50" charset="-128"/>
                <a:ea typeface="Meiryo UI" panose="020B0604030504040204" pitchFamily="50" charset="-128"/>
              </a:rPr>
              <a:t>「</a:t>
            </a:r>
            <a:r>
              <a:rPr lang="ja-JP" altLang="en-US" dirty="0"/>
              <a:t>就活帳</a:t>
            </a:r>
            <a:r>
              <a:rPr lang="ja-JP" altLang="en-US" dirty="0">
                <a:latin typeface="Meiryo UI" panose="020B0604030504040204" pitchFamily="50" charset="-128"/>
                <a:ea typeface="Meiryo UI" panose="020B0604030504040204" pitchFamily="50" charset="-128"/>
              </a:rPr>
              <a:t>」と「</a:t>
            </a:r>
            <a:r>
              <a:rPr lang="ja-JP" altLang="en-US" dirty="0"/>
              <a:t>既存のメモアプリ</a:t>
            </a:r>
            <a:r>
              <a:rPr lang="ja-JP" altLang="en-US" dirty="0">
                <a:latin typeface="Meiryo UI" panose="020B0604030504040204" pitchFamily="50" charset="-128"/>
                <a:ea typeface="Meiryo UI" panose="020B0604030504040204" pitchFamily="50" charset="-128"/>
              </a:rPr>
              <a:t>」の比較</a:t>
            </a:r>
          </a:p>
        </p:txBody>
      </p:sp>
    </p:spTree>
    <p:extLst>
      <p:ext uri="{BB962C8B-B14F-4D97-AF65-F5344CB8AC3E}">
        <p14:creationId xmlns:p14="http://schemas.microsoft.com/office/powerpoint/2010/main" val="1822862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タイトル 2">
            <a:extLst>
              <a:ext uri="{FF2B5EF4-FFF2-40B4-BE49-F238E27FC236}">
                <a16:creationId xmlns:a16="http://schemas.microsoft.com/office/drawing/2014/main" id="{14D9E47F-41E0-4FE3-891C-B53FBC82D7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2330" y="893729"/>
            <a:ext cx="4534616" cy="910492"/>
          </a:xfrm>
        </p:spPr>
        <p:txBody>
          <a:bodyPr rtlCol="0">
            <a:normAutofit fontScale="90000"/>
          </a:bodyPr>
          <a:lstStyle/>
          <a:p>
            <a:pPr rtl="0"/>
            <a:r>
              <a:rPr lang="ja-JP" altLang="en-US" dirty="0">
                <a:latin typeface="Meiryo UI" panose="020B0604030504040204" pitchFamily="50" charset="-128"/>
                <a:ea typeface="Meiryo UI" panose="020B0604030504040204" pitchFamily="50" charset="-128"/>
              </a:rPr>
              <a:t>ありがとうございます</a:t>
            </a:r>
          </a:p>
        </p:txBody>
      </p:sp>
      <p:pic>
        <p:nvPicPr>
          <p:cNvPr id="11" name="図プレースホルダー 10" descr="リビング ルームに座っている人。">
            <a:extLst>
              <a:ext uri="{FF2B5EF4-FFF2-40B4-BE49-F238E27FC236}">
                <a16:creationId xmlns:a16="http://schemas.microsoft.com/office/drawing/2014/main" id="{B0B86B06-F4A6-2643-966F-7B41DA43C0B2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3" cstate="screen">
            <a:grayscl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/>
      </p:pic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0298BF91-C42E-0AA0-88A4-CFCE8E70AE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ja-JP" altLang="en-US" dirty="0"/>
              <a:t>ここら辺になにかしら画像を載せる</a:t>
            </a:r>
            <a:endParaRPr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3642316358"/>
      </p:ext>
    </p:extLst>
  </p:cSld>
  <p:clrMapOvr>
    <a:masterClrMapping/>
  </p:clrMapOvr>
</p:sld>
</file>

<file path=ppt/theme/theme1.xml><?xml version="1.0" encoding="utf-8"?>
<a:theme xmlns:a="http://schemas.openxmlformats.org/drawingml/2006/main" name="RetrospectVTI">
  <a:themeElements>
    <a:clrScheme name="GOLD AND SILVER">
      <a:dk1>
        <a:srgbClr val="000000"/>
      </a:dk1>
      <a:lt1>
        <a:srgbClr val="FFFFFF"/>
      </a:lt1>
      <a:dk2>
        <a:srgbClr val="464646"/>
      </a:dk2>
      <a:lt2>
        <a:srgbClr val="FFFFFF"/>
      </a:lt2>
      <a:accent1>
        <a:srgbClr val="C4AE75"/>
      </a:accent1>
      <a:accent2>
        <a:srgbClr val="A9A9A9"/>
      </a:accent2>
      <a:accent3>
        <a:srgbClr val="5E5E5E"/>
      </a:accent3>
      <a:accent4>
        <a:srgbClr val="424242"/>
      </a:accent4>
      <a:accent5>
        <a:srgbClr val="212121"/>
      </a:accent5>
      <a:accent6>
        <a:srgbClr val="D5D5D5"/>
      </a:accent6>
      <a:hlink>
        <a:srgbClr val="C1AA73"/>
      </a:hlink>
      <a:folHlink>
        <a:srgbClr val="797979"/>
      </a:folHlink>
    </a:clrScheme>
    <a:fontScheme name="Century Gothic">
      <a:majorFont>
        <a:latin typeface="Century Gothic" panose="020F03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F03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etrospec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42167571_TF11344857.potx" id="{B85B4062-5E61-445C-AF6A-84E334E8E2B1}" vid="{E2081CB2-B49D-421C-AEB5-58BEE25F07AF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ドキュメント" ma:contentTypeID="0x010100EDB961CF66848D4AB4A1C7D5A07FFE0D" ma:contentTypeVersion="11" ma:contentTypeDescription="新しいドキュメントを作成します。" ma:contentTypeScope="" ma:versionID="1af7698bdc28c85334a4dd70b98d8778">
  <xsd:schema xmlns:xsd="http://www.w3.org/2001/XMLSchema" xmlns:xs="http://www.w3.org/2001/XMLSchema" xmlns:p="http://schemas.microsoft.com/office/2006/metadata/properties" xmlns:ns3="d9da7bd8-af51-43f2-9535-1e5448c4b97e" targetNamespace="http://schemas.microsoft.com/office/2006/metadata/properties" ma:root="true" ma:fieldsID="e8c1b4e60a47d1d0591cc9a0be4cabaf" ns3:_="">
    <xsd:import namespace="d9da7bd8-af51-43f2-9535-1e5448c4b97e"/>
    <xsd:element name="properties">
      <xsd:complexType>
        <xsd:sequence>
          <xsd:element name="documentManagement">
            <xsd:complexType>
              <xsd:all>
                <xsd:element ref="ns3:_activity" minOccurs="0"/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MediaServiceDateTaken" minOccurs="0"/>
                <xsd:element ref="ns3:MediaServiceObjectDetectorVersions" minOccurs="0"/>
                <xsd:element ref="ns3:MediaServiceSystemTags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9da7bd8-af51-43f2-9535-1e5448c4b97e" elementFormDefault="qualified">
    <xsd:import namespace="http://schemas.microsoft.com/office/2006/documentManagement/types"/>
    <xsd:import namespace="http://schemas.microsoft.com/office/infopath/2007/PartnerControls"/>
    <xsd:element name="_activity" ma:index="8" nillable="true" ma:displayName="_activity" ma:hidden="true" ma:internalName="_activity">
      <xsd:simpleType>
        <xsd:restriction base="dms:Note"/>
      </xsd:simpleType>
    </xsd:element>
    <xsd:element name="MediaServiceMetadata" ma:index="9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0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2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bjectDetectorVersions" ma:index="13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ystemTags" ma:index="14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8" nillable="true" ma:displayName="MediaLengthInSeconds" ma:hidden="true" ma:internalName="MediaLengthInSeconds" ma:readOnly="tru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コンテンツ タイプ"/>
        <xsd:element ref="dc:title" minOccurs="0" maxOccurs="1" ma:index="4" ma:displayName="タイトル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d9da7bd8-af51-43f2-9535-1e5448c4b97e" xsi:nil="true"/>
  </documentManagement>
</p:properties>
</file>

<file path=customXml/itemProps1.xml><?xml version="1.0" encoding="utf-8"?>
<ds:datastoreItem xmlns:ds="http://schemas.openxmlformats.org/officeDocument/2006/customXml" ds:itemID="{E3745551-8B74-41FB-B278-777E1052CC99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d9da7bd8-af51-43f2-9535-1e5448c4b9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921AD9DE-7424-4E63-8315-92C7F471649F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2822F903-F107-4B34-9CAA-EC3D77CC25AC}">
  <ds:schemaRefs>
    <ds:schemaRef ds:uri="http://schemas.microsoft.com/office/2006/documentManagement/types"/>
    <ds:schemaRef ds:uri="http://www.w3.org/XML/1998/namespace"/>
    <ds:schemaRef ds:uri="http://purl.org/dc/terms/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d9da7bd8-af51-43f2-9535-1e5448c4b97e"/>
    <ds:schemaRef ds:uri="http://purl.org/dc/dcmitype/"/>
    <ds:schemaRef ds:uri="http://purl.org/dc/elements/1.1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会議用幾何学的プレゼンテーション</Template>
  <TotalTime>174</TotalTime>
  <Words>286</Words>
  <Application>Microsoft Office PowerPoint</Application>
  <PresentationFormat>ワイド画面</PresentationFormat>
  <Paragraphs>71</Paragraphs>
  <Slides>12</Slides>
  <Notes>11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12</vt:i4>
      </vt:variant>
    </vt:vector>
  </HeadingPairs>
  <TitlesOfParts>
    <vt:vector size="16" baseType="lpstr">
      <vt:lpstr>Meiryo UI</vt:lpstr>
      <vt:lpstr>Arial</vt:lpstr>
      <vt:lpstr>Calibri</vt:lpstr>
      <vt:lpstr>RetrospectVTI</vt:lpstr>
      <vt:lpstr>就活帳</vt:lpstr>
      <vt:lpstr>石川 璃空</vt:lpstr>
      <vt:lpstr>PowerPoint プレゼンテーション</vt:lpstr>
      <vt:lpstr>就職活動で 大事なこと</vt:lpstr>
      <vt:lpstr>㋂末活動継続率の推移</vt:lpstr>
      <vt:lpstr>就活中に思っていた悩み</vt:lpstr>
      <vt:lpstr>これらソフトの 問題点</vt:lpstr>
      <vt:lpstr>PowerPoint プレゼンテーション</vt:lpstr>
      <vt:lpstr>就活帳の 機能</vt:lpstr>
      <vt:lpstr>PowerPoint プレゼンテーション</vt:lpstr>
      <vt:lpstr>「就活帳」と「既存のメモアプリ」の比較</vt:lpstr>
      <vt:lpstr>ありがとうございます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石川 璃空(zeal23418168)</dc:creator>
  <cp:lastModifiedBy>石川 璃空(zeal23418168)</cp:lastModifiedBy>
  <cp:revision>3</cp:revision>
  <dcterms:created xsi:type="dcterms:W3CDTF">2026-05-13T05:34:55Z</dcterms:created>
  <dcterms:modified xsi:type="dcterms:W3CDTF">2026-05-13T08:29:47Z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0x010100EDB961CF66848D4AB4A1C7D5A07FFE0D</vt:lpwstr>
  </property>
</Properties>
</file>