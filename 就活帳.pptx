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4"/>
  </p:sldMasterIdLst>
  <p:notesMasterIdLst>
    <p:notesMasterId r:id="rId20"/>
  </p:notesMasterIdLst>
  <p:handoutMasterIdLst>
    <p:handoutMasterId r:id="rId21"/>
  </p:handoutMasterIdLst>
  <p:sldIdLst>
    <p:sldId id="2549" r:id="rId5"/>
    <p:sldId id="2552" r:id="rId6"/>
    <p:sldId id="2554" r:id="rId7"/>
    <p:sldId id="2548" r:id="rId8"/>
    <p:sldId id="2561" r:id="rId9"/>
    <p:sldId id="2558" r:id="rId10"/>
    <p:sldId id="2537" r:id="rId11"/>
    <p:sldId id="2555" r:id="rId12"/>
    <p:sldId id="2538" r:id="rId13"/>
    <p:sldId id="2562" r:id="rId14"/>
    <p:sldId id="2564" r:id="rId15"/>
    <p:sldId id="2565" r:id="rId16"/>
    <p:sldId id="2556" r:id="rId17"/>
    <p:sldId id="2563" r:id="rId18"/>
    <p:sldId id="2560" r:id="rId19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C1820-0E7C-4CC8-AF32-90D056649D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 rtlCol="0"/>
        <a:lstStyle/>
        <a:p>
          <a:pPr rtl="0"/>
          <a:endParaRPr lang="en-US"/>
        </a:p>
      </dgm:t>
    </dgm:pt>
    <dgm:pt modelId="{FB4A9FD8-F785-44C2-9FDE-4644D2939FC9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ja-JP" altLang="en-US" sz="20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企業ごとにメモを開く必要があるので</a:t>
          </a:r>
          <a:endParaRPr lang="en-US" altLang="ja-JP" sz="20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>
            <a:lnSpc>
              <a:spcPct val="100000"/>
            </a:lnSpc>
          </a:pPr>
          <a:r>
            <a:rPr lang="ja-JP" altLang="en-US" sz="20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比較がしづらい</a:t>
          </a:r>
          <a:endParaRPr lang="en-US" altLang="ja-JP" sz="20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>
            <a:lnSpc>
              <a:spcPct val="100000"/>
            </a:lnSpc>
          </a:pPr>
          <a:r>
            <a:rPr lang="ja-JP" altLang="en-US" sz="28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（操作性の欠如）</a:t>
          </a:r>
          <a:endParaRPr lang="en-US" altLang="ja-JP" sz="28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811FAB2-DEC4-40CD-B436-1EA2FF424EC6}" type="parTrans" cxnId="{0BFF8536-7CDC-402B-BB87-1C975AE3F3C5}">
      <dgm:prSet/>
      <dgm:spPr/>
      <dgm:t>
        <a:bodyPr rtlCol="0"/>
        <a:lstStyle/>
        <a:p>
          <a:pPr rtl="0"/>
          <a:endParaRPr lang="ja-JP" altLang="en-US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EBF54AD-35F6-4AEC-B3E6-42CEA4068404}" type="sibTrans" cxnId="{0BFF8536-7CDC-402B-BB87-1C975AE3F3C5}">
      <dgm:prSet/>
      <dgm:spPr/>
      <dgm:t>
        <a:bodyPr rtlCol="0"/>
        <a:lstStyle/>
        <a:p>
          <a:pPr rtl="0"/>
          <a:endParaRPr lang="ja-JP" altLang="en-US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58DB0DD-496D-48FB-8B5A-ACAA73AC9B72}">
      <dgm:prSet custT="1"/>
      <dgm:spPr/>
      <dgm:t>
        <a:bodyPr rtlCol="0"/>
        <a:lstStyle/>
        <a:p>
          <a:pPr>
            <a:lnSpc>
              <a:spcPct val="100000"/>
            </a:lnSpc>
          </a:pPr>
          <a:r>
            <a:rPr lang="ja-JP" altLang="en-US" sz="20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メモ帳よりも記録・比較に優れるが</a:t>
          </a:r>
          <a:endParaRPr lang="en-US" altLang="ja-JP" sz="20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>
            <a:lnSpc>
              <a:spcPct val="100000"/>
            </a:lnSpc>
          </a:pPr>
          <a:r>
            <a:rPr lang="ja-JP" altLang="en-US" sz="20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多くセルを使うと見辛い</a:t>
          </a:r>
          <a:endParaRPr lang="en-US" altLang="ja-JP" sz="20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>
            <a:lnSpc>
              <a:spcPct val="100000"/>
            </a:lnSpc>
          </a:pPr>
          <a:r>
            <a:rPr lang="ja-JP" altLang="en-US" sz="28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（視認性の欠如）</a:t>
          </a:r>
          <a:endParaRPr lang="en-US" altLang="ja-JP" sz="28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A45E2A2-9212-4296-A561-44FEB6723FA9}" type="parTrans" cxnId="{FA3688ED-5322-4AB2-8ECC-1874D8B53532}">
      <dgm:prSet/>
      <dgm:spPr/>
      <dgm:t>
        <a:bodyPr rtlCol="0"/>
        <a:lstStyle/>
        <a:p>
          <a:pPr rtl="0"/>
          <a:endParaRPr lang="ja-JP" altLang="en-US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2C41B1D-4A52-4229-ADBC-7E4C5E5C3B73}" type="sibTrans" cxnId="{FA3688ED-5322-4AB2-8ECC-1874D8B53532}">
      <dgm:prSet/>
      <dgm:spPr/>
      <dgm:t>
        <a:bodyPr rtlCol="0"/>
        <a:lstStyle/>
        <a:p>
          <a:pPr rtl="0"/>
          <a:endParaRPr lang="ja-JP" altLang="en-US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2B988CA-B890-45A0-A09D-F938A17DC46E}" type="pres">
      <dgm:prSet presAssocID="{FEBC1820-0E7C-4CC8-AF32-90D056649DDF}" presName="root" presStyleCnt="0">
        <dgm:presLayoutVars>
          <dgm:dir/>
          <dgm:resizeHandles val="exact"/>
        </dgm:presLayoutVars>
      </dgm:prSet>
      <dgm:spPr/>
    </dgm:pt>
    <dgm:pt modelId="{D13F0E0E-FE7F-47BA-904E-1B6FD1466123}" type="pres">
      <dgm:prSet presAssocID="{FB4A9FD8-F785-44C2-9FDE-4644D2939FC9}" presName="compNode" presStyleCnt="0"/>
      <dgm:spPr/>
    </dgm:pt>
    <dgm:pt modelId="{55211292-5724-4CF3-9B68-C9C37D007AE6}" type="pres">
      <dgm:prSet presAssocID="{FB4A9FD8-F785-44C2-9FDE-4644D2939FC9}" presName="bgRect" presStyleLbl="bgShp" presStyleIdx="0" presStyleCnt="2"/>
      <dgm:spPr>
        <a:xfrm>
          <a:off x="0" y="849991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863410B7-CA0F-43F4-960E-9DA7059AF511}" type="pres">
      <dgm:prSet presAssocID="{FB4A9FD8-F785-44C2-9FDE-4644D2939FC9}" presName="iconRect" presStyleLbl="node1" presStyleIdx="0" presStyleCnt="2"/>
      <dgm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9898D1A-E064-4261-B88A-4EB8AC0EA74E}" type="pres">
      <dgm:prSet presAssocID="{FB4A9FD8-F785-44C2-9FDE-4644D2939FC9}" presName="spaceRect" presStyleCnt="0"/>
      <dgm:spPr/>
    </dgm:pt>
    <dgm:pt modelId="{9B72B821-D3EB-46EE-BCA0-DA5A1D91AF84}" type="pres">
      <dgm:prSet presAssocID="{FB4A9FD8-F785-44C2-9FDE-4644D2939FC9}" presName="parTx" presStyleLbl="revTx" presStyleIdx="0" presStyleCnt="2">
        <dgm:presLayoutVars>
          <dgm:chMax val="0"/>
          <dgm:chPref val="0"/>
        </dgm:presLayoutVars>
      </dgm:prSet>
      <dgm:spPr/>
    </dgm:pt>
    <dgm:pt modelId="{5FFFEBB8-F3E8-4CE7-B91D-1451FD2E0BFE}" type="pres">
      <dgm:prSet presAssocID="{FEBF54AD-35F6-4AEC-B3E6-42CEA4068404}" presName="sibTrans" presStyleCnt="0"/>
      <dgm:spPr/>
    </dgm:pt>
    <dgm:pt modelId="{E0BD8FEF-3692-47A7-9253-82960931F6B7}" type="pres">
      <dgm:prSet presAssocID="{658DB0DD-496D-48FB-8B5A-ACAA73AC9B72}" presName="compNode" presStyleCnt="0"/>
      <dgm:spPr/>
    </dgm:pt>
    <dgm:pt modelId="{5EDC32A8-8A30-43AA-B28C-4DE1051927E9}" type="pres">
      <dgm:prSet presAssocID="{658DB0DD-496D-48FB-8B5A-ACAA73AC9B72}" presName="bgRect" presStyleLbl="bgShp" presStyleIdx="1" presStyleCnt="2"/>
      <dgm:spPr>
        <a:xfrm>
          <a:off x="0" y="2811510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6AC72B6A-45B7-4ABB-9EFD-F5AC17DE9608}" type="pres">
      <dgm:prSet presAssocID="{658DB0DD-496D-48FB-8B5A-ACAA73AC9B72}" presName="iconRect" presStyleLbl="node1" presStyleIdx="1" presStyleCnt="2"/>
      <dgm:spPr>
        <a:blipFill>
          <a:blip xmlns:r="http://schemas.openxmlformats.org/officeDocument/2006/relationships" r:embed="rId2"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C3CD3599-88DE-4DEB-81BF-520379977D7B}" type="pres">
      <dgm:prSet presAssocID="{658DB0DD-496D-48FB-8B5A-ACAA73AC9B72}" presName="spaceRect" presStyleCnt="0"/>
      <dgm:spPr/>
    </dgm:pt>
    <dgm:pt modelId="{E7286CCF-EBB1-4A29-B240-4BC3DA177E84}" type="pres">
      <dgm:prSet presAssocID="{658DB0DD-496D-48FB-8B5A-ACAA73AC9B7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BFF8536-7CDC-402B-BB87-1C975AE3F3C5}" srcId="{FEBC1820-0E7C-4CC8-AF32-90D056649DDF}" destId="{FB4A9FD8-F785-44C2-9FDE-4644D2939FC9}" srcOrd="0" destOrd="0" parTransId="{3811FAB2-DEC4-40CD-B436-1EA2FF424EC6}" sibTransId="{FEBF54AD-35F6-4AEC-B3E6-42CEA4068404}"/>
    <dgm:cxn modelId="{A644E0C6-ECB3-447B-9FEE-109E29BC68A4}" type="presOf" srcId="{FB4A9FD8-F785-44C2-9FDE-4644D2939FC9}" destId="{9B72B821-D3EB-46EE-BCA0-DA5A1D91AF84}" srcOrd="0" destOrd="0" presId="urn:microsoft.com/office/officeart/2018/2/layout/IconVerticalSolidList"/>
    <dgm:cxn modelId="{C2C164DB-B5C0-4698-8C5F-DFE4BECBC841}" type="presOf" srcId="{658DB0DD-496D-48FB-8B5A-ACAA73AC9B72}" destId="{E7286CCF-EBB1-4A29-B240-4BC3DA177E84}" srcOrd="0" destOrd="0" presId="urn:microsoft.com/office/officeart/2018/2/layout/IconVerticalSolidList"/>
    <dgm:cxn modelId="{FA3688ED-5322-4AB2-8ECC-1874D8B53532}" srcId="{FEBC1820-0E7C-4CC8-AF32-90D056649DDF}" destId="{658DB0DD-496D-48FB-8B5A-ACAA73AC9B72}" srcOrd="1" destOrd="0" parTransId="{9A45E2A2-9212-4296-A561-44FEB6723FA9}" sibTransId="{22C41B1D-4A52-4229-ADBC-7E4C5E5C3B73}"/>
    <dgm:cxn modelId="{1ABD34FB-5C70-4EF9-A5D8-322B9B4207E4}" type="presOf" srcId="{FEBC1820-0E7C-4CC8-AF32-90D056649DDF}" destId="{62B988CA-B890-45A0-A09D-F938A17DC46E}" srcOrd="0" destOrd="0" presId="urn:microsoft.com/office/officeart/2018/2/layout/IconVerticalSolidList"/>
    <dgm:cxn modelId="{0A1169F4-15E9-41CD-8664-4B32A044CAAE}" type="presParOf" srcId="{62B988CA-B890-45A0-A09D-F938A17DC46E}" destId="{D13F0E0E-FE7F-47BA-904E-1B6FD1466123}" srcOrd="0" destOrd="0" presId="urn:microsoft.com/office/officeart/2018/2/layout/IconVerticalSolidList"/>
    <dgm:cxn modelId="{80F06FB3-1577-424F-8850-3544021A47F4}" type="presParOf" srcId="{D13F0E0E-FE7F-47BA-904E-1B6FD1466123}" destId="{55211292-5724-4CF3-9B68-C9C37D007AE6}" srcOrd="0" destOrd="0" presId="urn:microsoft.com/office/officeart/2018/2/layout/IconVerticalSolidList"/>
    <dgm:cxn modelId="{6DB6EA66-9830-4FE2-BD46-B242BB24F790}" type="presParOf" srcId="{D13F0E0E-FE7F-47BA-904E-1B6FD1466123}" destId="{863410B7-CA0F-43F4-960E-9DA7059AF511}" srcOrd="1" destOrd="0" presId="urn:microsoft.com/office/officeart/2018/2/layout/IconVerticalSolidList"/>
    <dgm:cxn modelId="{3584DABA-AF85-45C0-B4E6-31E891FE8085}" type="presParOf" srcId="{D13F0E0E-FE7F-47BA-904E-1B6FD1466123}" destId="{D9898D1A-E064-4261-B88A-4EB8AC0EA74E}" srcOrd="2" destOrd="0" presId="urn:microsoft.com/office/officeart/2018/2/layout/IconVerticalSolidList"/>
    <dgm:cxn modelId="{5829CB90-9CCA-4690-873A-FEB9A8138CF8}" type="presParOf" srcId="{D13F0E0E-FE7F-47BA-904E-1B6FD1466123}" destId="{9B72B821-D3EB-46EE-BCA0-DA5A1D91AF84}" srcOrd="3" destOrd="0" presId="urn:microsoft.com/office/officeart/2018/2/layout/IconVerticalSolidList"/>
    <dgm:cxn modelId="{3F388A09-4B4D-4A52-938A-716D1F96F7A7}" type="presParOf" srcId="{62B988CA-B890-45A0-A09D-F938A17DC46E}" destId="{5FFFEBB8-F3E8-4CE7-B91D-1451FD2E0BFE}" srcOrd="1" destOrd="0" presId="urn:microsoft.com/office/officeart/2018/2/layout/IconVerticalSolidList"/>
    <dgm:cxn modelId="{282D6820-4E2F-4E16-A9B9-5AEE82644E07}" type="presParOf" srcId="{62B988CA-B890-45A0-A09D-F938A17DC46E}" destId="{E0BD8FEF-3692-47A7-9253-82960931F6B7}" srcOrd="2" destOrd="0" presId="urn:microsoft.com/office/officeart/2018/2/layout/IconVerticalSolidList"/>
    <dgm:cxn modelId="{9B25D9F5-2592-4DAA-B808-D7BDD7AE6992}" type="presParOf" srcId="{E0BD8FEF-3692-47A7-9253-82960931F6B7}" destId="{5EDC32A8-8A30-43AA-B28C-4DE1051927E9}" srcOrd="0" destOrd="0" presId="urn:microsoft.com/office/officeart/2018/2/layout/IconVerticalSolidList"/>
    <dgm:cxn modelId="{8B5F86EE-A022-4315-944E-6D0A35BCC88E}" type="presParOf" srcId="{E0BD8FEF-3692-47A7-9253-82960931F6B7}" destId="{6AC72B6A-45B7-4ABB-9EFD-F5AC17DE9608}" srcOrd="1" destOrd="0" presId="urn:microsoft.com/office/officeart/2018/2/layout/IconVerticalSolidList"/>
    <dgm:cxn modelId="{B451EECF-7BD8-4B88-87B2-945AC0FFF8C9}" type="presParOf" srcId="{E0BD8FEF-3692-47A7-9253-82960931F6B7}" destId="{C3CD3599-88DE-4DEB-81BF-520379977D7B}" srcOrd="2" destOrd="0" presId="urn:microsoft.com/office/officeart/2018/2/layout/IconVerticalSolidList"/>
    <dgm:cxn modelId="{A00FF1ED-9537-479F-8B9F-D35F1EA22C34}" type="presParOf" srcId="{E0BD8FEF-3692-47A7-9253-82960931F6B7}" destId="{E7286CCF-EBB1-4A29-B240-4BC3DA177E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EA3051-5518-4A68-9136-046CAA7BA59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18E90AE3-4EFE-423C-815C-68AB5448380C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記録</a:t>
          </a:r>
        </a:p>
      </dgm:t>
    </dgm:pt>
    <dgm:pt modelId="{41D92FFC-2A03-43B5-AD1E-1CCAB508BEDB}" type="parTrans" cxnId="{323BDA44-20D3-459D-ADA7-2B127C61C413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EED4C3B-3262-4298-8922-070C75285238}" type="sibTrans" cxnId="{323BDA44-20D3-459D-ADA7-2B127C61C413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6F41633-0FF0-486A-B30E-1ED0E1D05A80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リマインダー機能</a:t>
          </a:r>
        </a:p>
      </dgm:t>
    </dgm:pt>
    <dgm:pt modelId="{8CFF2197-1A2B-4DB8-BB31-03AF3BE2A35D}" type="parTrans" cxnId="{6DD35841-89A1-4549-85C7-92BF0106B3BF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BC5CE78-D653-4B24-A128-6A4D23EB6487}" type="sibTrans" cxnId="{6DD35841-89A1-4549-85C7-92BF0106B3BF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71CA56F-3FE0-4E91-A288-148D1A219531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比較機能</a:t>
          </a:r>
        </a:p>
      </dgm:t>
    </dgm:pt>
    <dgm:pt modelId="{F2CF152A-3C10-4163-A2A0-FCFEDA46A576}" type="parTrans" cxnId="{93986B1C-4F60-4F52-8B62-DB7BDCD7F3BA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551302F-D8DD-4233-8F96-BB798392283B}" type="sibTrans" cxnId="{93986B1C-4F60-4F52-8B62-DB7BDCD7F3BA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0445AAF-79D1-46B9-8D2F-1FE4E740F550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ja-JP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AI</a:t>
          </a: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相談機能</a:t>
          </a:r>
        </a:p>
      </dgm:t>
    </dgm:pt>
    <dgm:pt modelId="{F4ED57A5-1437-4DDA-B79A-D8002E297C07}" type="parTrans" cxnId="{A804C30D-F5A2-425F-A93C-8ECFDAC90404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4582B31-660E-455B-967C-39B58B2EE975}" type="sibTrans" cxnId="{A804C30D-F5A2-425F-A93C-8ECFDAC90404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006668B-E404-4D0E-AC57-884E8833AD9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kumimoji="1" lang="ja-JP" altLang="en-US" sz="1600" dirty="0"/>
            <a:t>カレンダー</a:t>
          </a:r>
        </a:p>
      </dgm:t>
    </dgm:pt>
    <dgm:pt modelId="{79410D41-4452-45A7-B151-5BFC3BC59A33}" type="parTrans" cxnId="{71EA88D2-C718-4D65-A7D9-4437A27AACFC}">
      <dgm:prSet/>
      <dgm:spPr/>
      <dgm:t>
        <a:bodyPr/>
        <a:lstStyle/>
        <a:p>
          <a:endParaRPr kumimoji="1" lang="ja-JP" altLang="en-US"/>
        </a:p>
      </dgm:t>
    </dgm:pt>
    <dgm:pt modelId="{563FC799-EE39-4C12-9030-1C3CB8646F6A}" type="sibTrans" cxnId="{71EA88D2-C718-4D65-A7D9-4437A27AACFC}">
      <dgm:prSet/>
      <dgm:spPr/>
      <dgm:t>
        <a:bodyPr/>
        <a:lstStyle/>
        <a:p>
          <a:endParaRPr kumimoji="1" lang="ja-JP" altLang="en-US"/>
        </a:p>
      </dgm:t>
    </dgm:pt>
    <dgm:pt modelId="{C2FDEC8C-E2B9-4774-8D9D-AED7D6C0D55B}" type="pres">
      <dgm:prSet presAssocID="{F4EA3051-5518-4A68-9136-046CAA7BA59D}" presName="root" presStyleCnt="0">
        <dgm:presLayoutVars>
          <dgm:dir/>
          <dgm:resizeHandles val="exact"/>
        </dgm:presLayoutVars>
      </dgm:prSet>
      <dgm:spPr/>
    </dgm:pt>
    <dgm:pt modelId="{D9AA7755-65D4-4A4F-B074-F7F866931976}" type="pres">
      <dgm:prSet presAssocID="{18E90AE3-4EFE-423C-815C-68AB5448380C}" presName="compNode" presStyleCnt="0"/>
      <dgm:spPr/>
    </dgm:pt>
    <dgm:pt modelId="{2FD584AC-334C-4D98-9E88-D4EE344FF90D}" type="pres">
      <dgm:prSet presAssocID="{18E90AE3-4EFE-423C-815C-68AB5448380C}" presName="iconBgRect" presStyleLbl="bgShp" presStyleIdx="0" presStyleCnt="5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xfrm>
          <a:off x="600792" y="596391"/>
          <a:ext cx="1449891" cy="1449891"/>
        </a:xfrm>
        <a:prstGeom prst="rect">
          <a:avLst/>
        </a:prstGeom>
        <a:ln/>
      </dgm:spPr>
    </dgm:pt>
    <dgm:pt modelId="{2E004ED0-9912-4313-AFA2-7904C1513343}" type="pres">
      <dgm:prSet presAssocID="{18E90AE3-4EFE-423C-815C-68AB5448380C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カリグラフィ用ペン 単色塗りつぶし"/>
        </a:ext>
      </dgm:extLst>
    </dgm:pt>
    <dgm:pt modelId="{C7850D4C-BD15-4810-8DA4-9F6899FBDB2F}" type="pres">
      <dgm:prSet presAssocID="{18E90AE3-4EFE-423C-815C-68AB5448380C}" presName="spaceRect" presStyleCnt="0"/>
      <dgm:spPr/>
    </dgm:pt>
    <dgm:pt modelId="{97947764-D5E2-4B83-8EAA-EA54408B4F84}" type="pres">
      <dgm:prSet presAssocID="{18E90AE3-4EFE-423C-815C-68AB5448380C}" presName="textRect" presStyleLbl="revTx" presStyleIdx="0" presStyleCnt="5">
        <dgm:presLayoutVars>
          <dgm:chMax val="1"/>
          <dgm:chPref val="1"/>
        </dgm:presLayoutVars>
      </dgm:prSet>
      <dgm:spPr/>
    </dgm:pt>
    <dgm:pt modelId="{2818E4B9-6416-4482-9782-ECF7FF702856}" type="pres">
      <dgm:prSet presAssocID="{5EED4C3B-3262-4298-8922-070C75285238}" presName="sibTrans" presStyleCnt="0"/>
      <dgm:spPr/>
    </dgm:pt>
    <dgm:pt modelId="{727976DF-086B-438C-BD83-51D09CBD4EC7}" type="pres">
      <dgm:prSet presAssocID="{1006668B-E404-4D0E-AC57-884E8833AD9A}" presName="compNode" presStyleCnt="0"/>
      <dgm:spPr/>
    </dgm:pt>
    <dgm:pt modelId="{C9A6B413-DF12-4ECB-A750-22F04AEB749A}" type="pres">
      <dgm:prSet presAssocID="{1006668B-E404-4D0E-AC57-884E8833AD9A}" presName="iconBgRect" presStyleLbl="bgShp" presStyleIdx="1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prstGeom prst="rect">
          <a:avLst/>
        </a:prstGeom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</dgm:spPr>
    </dgm:pt>
    <dgm:pt modelId="{FB385EEE-89F7-4362-8928-597D4AEB1EE2}" type="pres">
      <dgm:prSet presAssocID="{1006668B-E404-4D0E-AC57-884E8833AD9A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フリップ式カレンダー 単色塗りつぶし"/>
        </a:ext>
      </dgm:extLst>
    </dgm:pt>
    <dgm:pt modelId="{04C98C2E-1FAF-4098-873A-70651A547E35}" type="pres">
      <dgm:prSet presAssocID="{1006668B-E404-4D0E-AC57-884E8833AD9A}" presName="spaceRect" presStyleCnt="0"/>
      <dgm:spPr/>
    </dgm:pt>
    <dgm:pt modelId="{EE4235EB-624E-4BCF-96F5-28DA4681F08B}" type="pres">
      <dgm:prSet presAssocID="{1006668B-E404-4D0E-AC57-884E8833AD9A}" presName="textRect" presStyleLbl="revTx" presStyleIdx="1" presStyleCnt="5">
        <dgm:presLayoutVars>
          <dgm:chMax val="1"/>
          <dgm:chPref val="1"/>
        </dgm:presLayoutVars>
      </dgm:prSet>
      <dgm:spPr/>
    </dgm:pt>
    <dgm:pt modelId="{76F0F519-C6AB-4F1F-811F-8B1997A864A2}" type="pres">
      <dgm:prSet presAssocID="{563FC799-EE39-4C12-9030-1C3CB8646F6A}" presName="sibTrans" presStyleCnt="0"/>
      <dgm:spPr/>
    </dgm:pt>
    <dgm:pt modelId="{5D2065B8-BF24-455A-8EE1-5E67BE48B81B}" type="pres">
      <dgm:prSet presAssocID="{C6F41633-0FF0-486A-B30E-1ED0E1D05A80}" presName="compNode" presStyleCnt="0"/>
      <dgm:spPr/>
    </dgm:pt>
    <dgm:pt modelId="{D24D21FC-62C1-4CB3-8209-8661C3C79008}" type="pres">
      <dgm:prSet presAssocID="{C6F41633-0FF0-486A-B30E-1ED0E1D05A80}" presName="iconBgRect" presStyleLbl="bgShp" presStyleIdx="2" presStyleCnt="5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xfrm>
          <a:off x="3393616" y="596391"/>
          <a:ext cx="1449891" cy="1449891"/>
        </a:xfrm>
        <a:prstGeom prst="rect">
          <a:avLst/>
        </a:prstGeom>
        <a:ln/>
      </dgm:spPr>
    </dgm:pt>
    <dgm:pt modelId="{E1CCDF7A-EBE7-495D-AEE1-FE9FEEA33C81}" type="pres">
      <dgm:prSet presAssocID="{C6F41633-0FF0-486A-B30E-1ED0E1D05A80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目覚まし時計 単色塗りつぶし"/>
        </a:ext>
      </dgm:extLst>
    </dgm:pt>
    <dgm:pt modelId="{AFF203E1-34B6-48E2-B5D4-C37BA4CDBE3D}" type="pres">
      <dgm:prSet presAssocID="{C6F41633-0FF0-486A-B30E-1ED0E1D05A80}" presName="spaceRect" presStyleCnt="0"/>
      <dgm:spPr/>
    </dgm:pt>
    <dgm:pt modelId="{1B26A24F-F4FA-4000-B231-980697CE6BC5}" type="pres">
      <dgm:prSet presAssocID="{C6F41633-0FF0-486A-B30E-1ED0E1D05A80}" presName="textRect" presStyleLbl="revTx" presStyleIdx="2" presStyleCnt="5">
        <dgm:presLayoutVars>
          <dgm:chMax val="1"/>
          <dgm:chPref val="1"/>
        </dgm:presLayoutVars>
      </dgm:prSet>
      <dgm:spPr/>
    </dgm:pt>
    <dgm:pt modelId="{51C87337-A8F2-49D7-9000-D0F5AEC2A3E0}" type="pres">
      <dgm:prSet presAssocID="{5BC5CE78-D653-4B24-A128-6A4D23EB6487}" presName="sibTrans" presStyleCnt="0"/>
      <dgm:spPr/>
    </dgm:pt>
    <dgm:pt modelId="{8CE0322A-4FD6-41C9-8DFD-125E5558BCB9}" type="pres">
      <dgm:prSet presAssocID="{B71CA56F-3FE0-4E91-A288-148D1A219531}" presName="compNode" presStyleCnt="0"/>
      <dgm:spPr/>
    </dgm:pt>
    <dgm:pt modelId="{150E4B2C-C413-4BF2-BE44-61CABB4D422E}" type="pres">
      <dgm:prSet presAssocID="{B71CA56F-3FE0-4E91-A288-148D1A219531}" presName="iconBgRect" presStyleLbl="bgShp" presStyleIdx="3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xfrm>
          <a:off x="6186441" y="596391"/>
          <a:ext cx="1449891" cy="1449891"/>
        </a:xfrm>
        <a:prstGeom prst="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338E22CF-4E7D-49DB-8D62-BFBE95644B7C}" type="pres">
      <dgm:prSet presAssocID="{B71CA56F-3FE0-4E91-A288-148D1A219531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リスト 単色塗りつぶし"/>
        </a:ext>
      </dgm:extLst>
    </dgm:pt>
    <dgm:pt modelId="{A4134F78-74E5-417C-9450-B5A5408E0982}" type="pres">
      <dgm:prSet presAssocID="{B71CA56F-3FE0-4E91-A288-148D1A219531}" presName="spaceRect" presStyleCnt="0"/>
      <dgm:spPr/>
    </dgm:pt>
    <dgm:pt modelId="{4E04CA18-7F92-4C8F-B31C-B8DC9BFFC00B}" type="pres">
      <dgm:prSet presAssocID="{B71CA56F-3FE0-4E91-A288-148D1A219531}" presName="textRect" presStyleLbl="revTx" presStyleIdx="3" presStyleCnt="5">
        <dgm:presLayoutVars>
          <dgm:chMax val="1"/>
          <dgm:chPref val="1"/>
        </dgm:presLayoutVars>
      </dgm:prSet>
      <dgm:spPr/>
    </dgm:pt>
    <dgm:pt modelId="{6A22E40D-3490-43F6-BFBB-88887609320F}" type="pres">
      <dgm:prSet presAssocID="{3551302F-D8DD-4233-8F96-BB798392283B}" presName="sibTrans" presStyleCnt="0"/>
      <dgm:spPr/>
    </dgm:pt>
    <dgm:pt modelId="{862E03AE-4DC1-45B4-ACA6-12DC9646DF09}" type="pres">
      <dgm:prSet presAssocID="{40445AAF-79D1-46B9-8D2F-1FE4E740F550}" presName="compNode" presStyleCnt="0"/>
      <dgm:spPr/>
    </dgm:pt>
    <dgm:pt modelId="{FB9B0F2E-A209-4355-A025-0CC7EDD3BBA7}" type="pres">
      <dgm:prSet presAssocID="{40445AAF-79D1-46B9-8D2F-1FE4E740F550}" presName="iconBgRect" presStyleLbl="bgShp" presStyleIdx="4" presStyleCnt="5"/>
      <dgm:spPr>
        <a:xfrm>
          <a:off x="8979265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65ED3257-C9EC-49C5-B86D-6D93DABEBEEB}" type="pres">
      <dgm:prSet presAssocID="{40445AAF-79D1-46B9-8D2F-1FE4E740F550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ワシ 単色塗りつぶし"/>
        </a:ext>
      </dgm:extLst>
    </dgm:pt>
    <dgm:pt modelId="{70DBFBC5-BFFA-4A86-92C2-38A37C3BA021}" type="pres">
      <dgm:prSet presAssocID="{40445AAF-79D1-46B9-8D2F-1FE4E740F550}" presName="spaceRect" presStyleCnt="0"/>
      <dgm:spPr/>
    </dgm:pt>
    <dgm:pt modelId="{164D16BE-1508-46AB-8E58-77F8E5A2FFCC}" type="pres">
      <dgm:prSet presAssocID="{40445AAF-79D1-46B9-8D2F-1FE4E740F5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4DA8700-2F2A-4FDC-A219-6F77F6166F6C}" type="presOf" srcId="{40445AAF-79D1-46B9-8D2F-1FE4E740F550}" destId="{164D16BE-1508-46AB-8E58-77F8E5A2FFCC}" srcOrd="0" destOrd="0" presId="urn:microsoft.com/office/officeart/2018/5/layout/IconCircleLabelList"/>
    <dgm:cxn modelId="{A804C30D-F5A2-425F-A93C-8ECFDAC90404}" srcId="{F4EA3051-5518-4A68-9136-046CAA7BA59D}" destId="{40445AAF-79D1-46B9-8D2F-1FE4E740F550}" srcOrd="4" destOrd="0" parTransId="{F4ED57A5-1437-4DDA-B79A-D8002E297C07}" sibTransId="{54582B31-660E-455B-967C-39B58B2EE975}"/>
    <dgm:cxn modelId="{93986B1C-4F60-4F52-8B62-DB7BDCD7F3BA}" srcId="{F4EA3051-5518-4A68-9136-046CAA7BA59D}" destId="{B71CA56F-3FE0-4E91-A288-148D1A219531}" srcOrd="3" destOrd="0" parTransId="{F2CF152A-3C10-4163-A2A0-FCFEDA46A576}" sibTransId="{3551302F-D8DD-4233-8F96-BB798392283B}"/>
    <dgm:cxn modelId="{6DD35841-89A1-4549-85C7-92BF0106B3BF}" srcId="{F4EA3051-5518-4A68-9136-046CAA7BA59D}" destId="{C6F41633-0FF0-486A-B30E-1ED0E1D05A80}" srcOrd="2" destOrd="0" parTransId="{8CFF2197-1A2B-4DB8-BB31-03AF3BE2A35D}" sibTransId="{5BC5CE78-D653-4B24-A128-6A4D23EB6487}"/>
    <dgm:cxn modelId="{323BDA44-20D3-459D-ADA7-2B127C61C413}" srcId="{F4EA3051-5518-4A68-9136-046CAA7BA59D}" destId="{18E90AE3-4EFE-423C-815C-68AB5448380C}" srcOrd="0" destOrd="0" parTransId="{41D92FFC-2A03-43B5-AD1E-1CCAB508BEDB}" sibTransId="{5EED4C3B-3262-4298-8922-070C75285238}"/>
    <dgm:cxn modelId="{9829035A-CF7D-4D90-937E-DE2D1F298FC5}" type="presOf" srcId="{18E90AE3-4EFE-423C-815C-68AB5448380C}" destId="{97947764-D5E2-4B83-8EAA-EA54408B4F84}" srcOrd="0" destOrd="0" presId="urn:microsoft.com/office/officeart/2018/5/layout/IconCircleLabelList"/>
    <dgm:cxn modelId="{3DFF7089-BF55-4C97-9284-BBCA08C87083}" type="presOf" srcId="{C6F41633-0FF0-486A-B30E-1ED0E1D05A80}" destId="{1B26A24F-F4FA-4000-B231-980697CE6BC5}" srcOrd="0" destOrd="0" presId="urn:microsoft.com/office/officeart/2018/5/layout/IconCircleLabelList"/>
    <dgm:cxn modelId="{678EE49E-C1B3-48E5-9BF4-3D66C242F898}" type="presOf" srcId="{F4EA3051-5518-4A68-9136-046CAA7BA59D}" destId="{C2FDEC8C-E2B9-4774-8D9D-AED7D6C0D55B}" srcOrd="0" destOrd="0" presId="urn:microsoft.com/office/officeart/2018/5/layout/IconCircleLabelList"/>
    <dgm:cxn modelId="{413965BD-D74F-4307-A43C-89B417F384CE}" type="presOf" srcId="{B71CA56F-3FE0-4E91-A288-148D1A219531}" destId="{4E04CA18-7F92-4C8F-B31C-B8DC9BFFC00B}" srcOrd="0" destOrd="0" presId="urn:microsoft.com/office/officeart/2018/5/layout/IconCircleLabelList"/>
    <dgm:cxn modelId="{56CFD1CF-8912-46C0-A712-3C289F87C6C3}" type="presOf" srcId="{1006668B-E404-4D0E-AC57-884E8833AD9A}" destId="{EE4235EB-624E-4BCF-96F5-28DA4681F08B}" srcOrd="0" destOrd="0" presId="urn:microsoft.com/office/officeart/2018/5/layout/IconCircleLabelList"/>
    <dgm:cxn modelId="{71EA88D2-C718-4D65-A7D9-4437A27AACFC}" srcId="{F4EA3051-5518-4A68-9136-046CAA7BA59D}" destId="{1006668B-E404-4D0E-AC57-884E8833AD9A}" srcOrd="1" destOrd="0" parTransId="{79410D41-4452-45A7-B151-5BFC3BC59A33}" sibTransId="{563FC799-EE39-4C12-9030-1C3CB8646F6A}"/>
    <dgm:cxn modelId="{79FD1E3D-7AA1-4229-8852-1B03C28C9F43}" type="presParOf" srcId="{C2FDEC8C-E2B9-4774-8D9D-AED7D6C0D55B}" destId="{D9AA7755-65D4-4A4F-B074-F7F866931976}" srcOrd="0" destOrd="0" presId="urn:microsoft.com/office/officeart/2018/5/layout/IconCircleLabelList"/>
    <dgm:cxn modelId="{B2AE4C3B-6679-4168-94DF-B7109BE39D04}" type="presParOf" srcId="{D9AA7755-65D4-4A4F-B074-F7F866931976}" destId="{2FD584AC-334C-4D98-9E88-D4EE344FF90D}" srcOrd="0" destOrd="0" presId="urn:microsoft.com/office/officeart/2018/5/layout/IconCircleLabelList"/>
    <dgm:cxn modelId="{63EB1EE7-501B-446C-BC25-320EDE2AC629}" type="presParOf" srcId="{D9AA7755-65D4-4A4F-B074-F7F866931976}" destId="{2E004ED0-9912-4313-AFA2-7904C1513343}" srcOrd="1" destOrd="0" presId="urn:microsoft.com/office/officeart/2018/5/layout/IconCircleLabelList"/>
    <dgm:cxn modelId="{CD8F03CD-825C-4D94-B420-D8259BCBD1EA}" type="presParOf" srcId="{D9AA7755-65D4-4A4F-B074-F7F866931976}" destId="{C7850D4C-BD15-4810-8DA4-9F6899FBDB2F}" srcOrd="2" destOrd="0" presId="urn:microsoft.com/office/officeart/2018/5/layout/IconCircleLabelList"/>
    <dgm:cxn modelId="{0DB5B47C-35FD-4FEB-BFB4-6AFED569B082}" type="presParOf" srcId="{D9AA7755-65D4-4A4F-B074-F7F866931976}" destId="{97947764-D5E2-4B83-8EAA-EA54408B4F84}" srcOrd="3" destOrd="0" presId="urn:microsoft.com/office/officeart/2018/5/layout/IconCircleLabelList"/>
    <dgm:cxn modelId="{EF0D7AE1-E9C4-4509-875C-D8F59679AF47}" type="presParOf" srcId="{C2FDEC8C-E2B9-4774-8D9D-AED7D6C0D55B}" destId="{2818E4B9-6416-4482-9782-ECF7FF702856}" srcOrd="1" destOrd="0" presId="urn:microsoft.com/office/officeart/2018/5/layout/IconCircleLabelList"/>
    <dgm:cxn modelId="{320E1312-7C7E-48DC-BBEF-66C7ECF72285}" type="presParOf" srcId="{C2FDEC8C-E2B9-4774-8D9D-AED7D6C0D55B}" destId="{727976DF-086B-438C-BD83-51D09CBD4EC7}" srcOrd="2" destOrd="0" presId="urn:microsoft.com/office/officeart/2018/5/layout/IconCircleLabelList"/>
    <dgm:cxn modelId="{1C928EEA-4030-47C5-917B-83DFCB2B5274}" type="presParOf" srcId="{727976DF-086B-438C-BD83-51D09CBD4EC7}" destId="{C9A6B413-DF12-4ECB-A750-22F04AEB749A}" srcOrd="0" destOrd="0" presId="urn:microsoft.com/office/officeart/2018/5/layout/IconCircleLabelList"/>
    <dgm:cxn modelId="{1FB46F00-DA3F-483C-9C1B-BC1A04E12342}" type="presParOf" srcId="{727976DF-086B-438C-BD83-51D09CBD4EC7}" destId="{FB385EEE-89F7-4362-8928-597D4AEB1EE2}" srcOrd="1" destOrd="0" presId="urn:microsoft.com/office/officeart/2018/5/layout/IconCircleLabelList"/>
    <dgm:cxn modelId="{5AE2BC62-BA87-4E94-B802-51B19350CC43}" type="presParOf" srcId="{727976DF-086B-438C-BD83-51D09CBD4EC7}" destId="{04C98C2E-1FAF-4098-873A-70651A547E35}" srcOrd="2" destOrd="0" presId="urn:microsoft.com/office/officeart/2018/5/layout/IconCircleLabelList"/>
    <dgm:cxn modelId="{2C5CAFF9-A7F8-4869-810F-AE1416974660}" type="presParOf" srcId="{727976DF-086B-438C-BD83-51D09CBD4EC7}" destId="{EE4235EB-624E-4BCF-96F5-28DA4681F08B}" srcOrd="3" destOrd="0" presId="urn:microsoft.com/office/officeart/2018/5/layout/IconCircleLabelList"/>
    <dgm:cxn modelId="{F7E9D98D-2EDE-444C-9638-8FF6CD2664D3}" type="presParOf" srcId="{C2FDEC8C-E2B9-4774-8D9D-AED7D6C0D55B}" destId="{76F0F519-C6AB-4F1F-811F-8B1997A864A2}" srcOrd="3" destOrd="0" presId="urn:microsoft.com/office/officeart/2018/5/layout/IconCircleLabelList"/>
    <dgm:cxn modelId="{19C63FC8-0594-449D-A08D-305DFCF0CBD4}" type="presParOf" srcId="{C2FDEC8C-E2B9-4774-8D9D-AED7D6C0D55B}" destId="{5D2065B8-BF24-455A-8EE1-5E67BE48B81B}" srcOrd="4" destOrd="0" presId="urn:microsoft.com/office/officeart/2018/5/layout/IconCircleLabelList"/>
    <dgm:cxn modelId="{86ED7525-E879-4DEE-A666-5D002482EDBA}" type="presParOf" srcId="{5D2065B8-BF24-455A-8EE1-5E67BE48B81B}" destId="{D24D21FC-62C1-4CB3-8209-8661C3C79008}" srcOrd="0" destOrd="0" presId="urn:microsoft.com/office/officeart/2018/5/layout/IconCircleLabelList"/>
    <dgm:cxn modelId="{DFE4A2C8-4258-4933-A18C-D12BA15A1659}" type="presParOf" srcId="{5D2065B8-BF24-455A-8EE1-5E67BE48B81B}" destId="{E1CCDF7A-EBE7-495D-AEE1-FE9FEEA33C81}" srcOrd="1" destOrd="0" presId="urn:microsoft.com/office/officeart/2018/5/layout/IconCircleLabelList"/>
    <dgm:cxn modelId="{CAF013D0-25C7-4A25-8C99-6600A2411030}" type="presParOf" srcId="{5D2065B8-BF24-455A-8EE1-5E67BE48B81B}" destId="{AFF203E1-34B6-48E2-B5D4-C37BA4CDBE3D}" srcOrd="2" destOrd="0" presId="urn:microsoft.com/office/officeart/2018/5/layout/IconCircleLabelList"/>
    <dgm:cxn modelId="{4867945B-D8F6-460C-96CD-EDEBC12F2030}" type="presParOf" srcId="{5D2065B8-BF24-455A-8EE1-5E67BE48B81B}" destId="{1B26A24F-F4FA-4000-B231-980697CE6BC5}" srcOrd="3" destOrd="0" presId="urn:microsoft.com/office/officeart/2018/5/layout/IconCircleLabelList"/>
    <dgm:cxn modelId="{4CA7B7EC-EB84-4F14-80C6-4E691030B988}" type="presParOf" srcId="{C2FDEC8C-E2B9-4774-8D9D-AED7D6C0D55B}" destId="{51C87337-A8F2-49D7-9000-D0F5AEC2A3E0}" srcOrd="5" destOrd="0" presId="urn:microsoft.com/office/officeart/2018/5/layout/IconCircleLabelList"/>
    <dgm:cxn modelId="{67E4772B-4720-4C68-9D42-81314937C9DA}" type="presParOf" srcId="{C2FDEC8C-E2B9-4774-8D9D-AED7D6C0D55B}" destId="{8CE0322A-4FD6-41C9-8DFD-125E5558BCB9}" srcOrd="6" destOrd="0" presId="urn:microsoft.com/office/officeart/2018/5/layout/IconCircleLabelList"/>
    <dgm:cxn modelId="{727DBF10-5A59-415F-B619-40A197D93C61}" type="presParOf" srcId="{8CE0322A-4FD6-41C9-8DFD-125E5558BCB9}" destId="{150E4B2C-C413-4BF2-BE44-61CABB4D422E}" srcOrd="0" destOrd="0" presId="urn:microsoft.com/office/officeart/2018/5/layout/IconCircleLabelList"/>
    <dgm:cxn modelId="{5565CCAE-8316-4B9C-A3F1-FBEBAC786C11}" type="presParOf" srcId="{8CE0322A-4FD6-41C9-8DFD-125E5558BCB9}" destId="{338E22CF-4E7D-49DB-8D62-BFBE95644B7C}" srcOrd="1" destOrd="0" presId="urn:microsoft.com/office/officeart/2018/5/layout/IconCircleLabelList"/>
    <dgm:cxn modelId="{3653481C-751D-4CC5-AF62-7568CD7CC61B}" type="presParOf" srcId="{8CE0322A-4FD6-41C9-8DFD-125E5558BCB9}" destId="{A4134F78-74E5-417C-9450-B5A5408E0982}" srcOrd="2" destOrd="0" presId="urn:microsoft.com/office/officeart/2018/5/layout/IconCircleLabelList"/>
    <dgm:cxn modelId="{6695926F-0E7D-43AB-BCF2-BEF666B02D12}" type="presParOf" srcId="{8CE0322A-4FD6-41C9-8DFD-125E5558BCB9}" destId="{4E04CA18-7F92-4C8F-B31C-B8DC9BFFC00B}" srcOrd="3" destOrd="0" presId="urn:microsoft.com/office/officeart/2018/5/layout/IconCircleLabelList"/>
    <dgm:cxn modelId="{BC289181-5D69-4D1A-ACA9-0500CD42AFE9}" type="presParOf" srcId="{C2FDEC8C-E2B9-4774-8D9D-AED7D6C0D55B}" destId="{6A22E40D-3490-43F6-BFBB-88887609320F}" srcOrd="7" destOrd="0" presId="urn:microsoft.com/office/officeart/2018/5/layout/IconCircleLabelList"/>
    <dgm:cxn modelId="{08FC0DA2-D0C0-4E63-979A-0F1E080AB05D}" type="presParOf" srcId="{C2FDEC8C-E2B9-4774-8D9D-AED7D6C0D55B}" destId="{862E03AE-4DC1-45B4-ACA6-12DC9646DF09}" srcOrd="8" destOrd="0" presId="urn:microsoft.com/office/officeart/2018/5/layout/IconCircleLabelList"/>
    <dgm:cxn modelId="{F01F18CA-5027-4074-B967-F6F5E44331F6}" type="presParOf" srcId="{862E03AE-4DC1-45B4-ACA6-12DC9646DF09}" destId="{FB9B0F2E-A209-4355-A025-0CC7EDD3BBA7}" srcOrd="0" destOrd="0" presId="urn:microsoft.com/office/officeart/2018/5/layout/IconCircleLabelList"/>
    <dgm:cxn modelId="{BF180951-5F48-4680-A09A-9F2976F5414A}" type="presParOf" srcId="{862E03AE-4DC1-45B4-ACA6-12DC9646DF09}" destId="{65ED3257-C9EC-49C5-B86D-6D93DABEBEEB}" srcOrd="1" destOrd="0" presId="urn:microsoft.com/office/officeart/2018/5/layout/IconCircleLabelList"/>
    <dgm:cxn modelId="{DBC06EF7-DBB8-4C6B-935E-6B0B0CA29BB9}" type="presParOf" srcId="{862E03AE-4DC1-45B4-ACA6-12DC9646DF09}" destId="{70DBFBC5-BFFA-4A86-92C2-38A37C3BA021}" srcOrd="2" destOrd="0" presId="urn:microsoft.com/office/officeart/2018/5/layout/IconCircleLabelList"/>
    <dgm:cxn modelId="{6AC46EC9-AC0D-4D8E-897E-B1F66DA44651}" type="presParOf" srcId="{862E03AE-4DC1-45B4-ACA6-12DC9646DF09}" destId="{164D16BE-1508-46AB-8E58-77F8E5A2FFC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EA3051-5518-4A68-9136-046CAA7BA59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18E90AE3-4EFE-423C-815C-68AB5448380C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記録</a:t>
          </a:r>
        </a:p>
      </dgm:t>
    </dgm:pt>
    <dgm:pt modelId="{41D92FFC-2A03-43B5-AD1E-1CCAB508BEDB}" type="parTrans" cxnId="{323BDA44-20D3-459D-ADA7-2B127C61C413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EED4C3B-3262-4298-8922-070C75285238}" type="sibTrans" cxnId="{323BDA44-20D3-459D-ADA7-2B127C61C413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6F41633-0FF0-486A-B30E-1ED0E1D05A80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リマインダー機能</a:t>
          </a:r>
        </a:p>
      </dgm:t>
    </dgm:pt>
    <dgm:pt modelId="{8CFF2197-1A2B-4DB8-BB31-03AF3BE2A35D}" type="parTrans" cxnId="{6DD35841-89A1-4549-85C7-92BF0106B3BF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BC5CE78-D653-4B24-A128-6A4D23EB6487}" type="sibTrans" cxnId="{6DD35841-89A1-4549-85C7-92BF0106B3BF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71CA56F-3FE0-4E91-A288-148D1A219531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比較機能</a:t>
          </a:r>
        </a:p>
      </dgm:t>
    </dgm:pt>
    <dgm:pt modelId="{F2CF152A-3C10-4163-A2A0-FCFEDA46A576}" type="parTrans" cxnId="{93986B1C-4F60-4F52-8B62-DB7BDCD7F3BA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551302F-D8DD-4233-8F96-BB798392283B}" type="sibTrans" cxnId="{93986B1C-4F60-4F52-8B62-DB7BDCD7F3BA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0445AAF-79D1-46B9-8D2F-1FE4E740F550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ja-JP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AI</a:t>
          </a:r>
          <a:r>
            <a:rPr lang="ja-JP" altLang="en-US" sz="18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相談機能</a:t>
          </a:r>
        </a:p>
      </dgm:t>
    </dgm:pt>
    <dgm:pt modelId="{F4ED57A5-1437-4DDA-B79A-D8002E297C07}" type="parTrans" cxnId="{A804C30D-F5A2-425F-A93C-8ECFDAC90404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4582B31-660E-455B-967C-39B58B2EE975}" type="sibTrans" cxnId="{A804C30D-F5A2-425F-A93C-8ECFDAC90404}">
      <dgm:prSet/>
      <dgm:spPr/>
      <dgm:t>
        <a:bodyPr rtlCol="0"/>
        <a:lstStyle/>
        <a:p>
          <a:pPr rtl="0"/>
          <a:endParaRPr lang="ja-JP" altLang="en-US" sz="1800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006668B-E404-4D0E-AC57-884E8833AD9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kumimoji="1" lang="ja-JP" altLang="en-US" sz="1600" dirty="0"/>
            <a:t>カレンダー</a:t>
          </a:r>
        </a:p>
      </dgm:t>
    </dgm:pt>
    <dgm:pt modelId="{79410D41-4452-45A7-B151-5BFC3BC59A33}" type="parTrans" cxnId="{71EA88D2-C718-4D65-A7D9-4437A27AACFC}">
      <dgm:prSet/>
      <dgm:spPr/>
      <dgm:t>
        <a:bodyPr/>
        <a:lstStyle/>
        <a:p>
          <a:endParaRPr kumimoji="1" lang="ja-JP" altLang="en-US"/>
        </a:p>
      </dgm:t>
    </dgm:pt>
    <dgm:pt modelId="{563FC799-EE39-4C12-9030-1C3CB8646F6A}" type="sibTrans" cxnId="{71EA88D2-C718-4D65-A7D9-4437A27AACFC}">
      <dgm:prSet/>
      <dgm:spPr/>
      <dgm:t>
        <a:bodyPr/>
        <a:lstStyle/>
        <a:p>
          <a:endParaRPr kumimoji="1" lang="ja-JP" altLang="en-US"/>
        </a:p>
      </dgm:t>
    </dgm:pt>
    <dgm:pt modelId="{C2FDEC8C-E2B9-4774-8D9D-AED7D6C0D55B}" type="pres">
      <dgm:prSet presAssocID="{F4EA3051-5518-4A68-9136-046CAA7BA59D}" presName="root" presStyleCnt="0">
        <dgm:presLayoutVars>
          <dgm:dir/>
          <dgm:resizeHandles val="exact"/>
        </dgm:presLayoutVars>
      </dgm:prSet>
      <dgm:spPr/>
    </dgm:pt>
    <dgm:pt modelId="{D9AA7755-65D4-4A4F-B074-F7F866931976}" type="pres">
      <dgm:prSet presAssocID="{18E90AE3-4EFE-423C-815C-68AB5448380C}" presName="compNode" presStyleCnt="0"/>
      <dgm:spPr/>
    </dgm:pt>
    <dgm:pt modelId="{2FD584AC-334C-4D98-9E88-D4EE344FF90D}" type="pres">
      <dgm:prSet presAssocID="{18E90AE3-4EFE-423C-815C-68AB5448380C}" presName="iconBgRect" presStyleLbl="bgShp" presStyleIdx="0" presStyleCnt="5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xfrm>
          <a:off x="600792" y="596391"/>
          <a:ext cx="1449891" cy="1449891"/>
        </a:xfrm>
        <a:prstGeom prst="rect">
          <a:avLst/>
        </a:prstGeom>
        <a:ln/>
      </dgm:spPr>
    </dgm:pt>
    <dgm:pt modelId="{2E004ED0-9912-4313-AFA2-7904C1513343}" type="pres">
      <dgm:prSet presAssocID="{18E90AE3-4EFE-423C-815C-68AB5448380C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カリグラフィ用ペン 単色塗りつぶし"/>
        </a:ext>
      </dgm:extLst>
    </dgm:pt>
    <dgm:pt modelId="{C7850D4C-BD15-4810-8DA4-9F6899FBDB2F}" type="pres">
      <dgm:prSet presAssocID="{18E90AE3-4EFE-423C-815C-68AB5448380C}" presName="spaceRect" presStyleCnt="0"/>
      <dgm:spPr/>
    </dgm:pt>
    <dgm:pt modelId="{97947764-D5E2-4B83-8EAA-EA54408B4F84}" type="pres">
      <dgm:prSet presAssocID="{18E90AE3-4EFE-423C-815C-68AB5448380C}" presName="textRect" presStyleLbl="revTx" presStyleIdx="0" presStyleCnt="5">
        <dgm:presLayoutVars>
          <dgm:chMax val="1"/>
          <dgm:chPref val="1"/>
        </dgm:presLayoutVars>
      </dgm:prSet>
      <dgm:spPr/>
    </dgm:pt>
    <dgm:pt modelId="{2818E4B9-6416-4482-9782-ECF7FF702856}" type="pres">
      <dgm:prSet presAssocID="{5EED4C3B-3262-4298-8922-070C75285238}" presName="sibTrans" presStyleCnt="0"/>
      <dgm:spPr/>
    </dgm:pt>
    <dgm:pt modelId="{727976DF-086B-438C-BD83-51D09CBD4EC7}" type="pres">
      <dgm:prSet presAssocID="{1006668B-E404-4D0E-AC57-884E8833AD9A}" presName="compNode" presStyleCnt="0"/>
      <dgm:spPr/>
    </dgm:pt>
    <dgm:pt modelId="{C9A6B413-DF12-4ECB-A750-22F04AEB749A}" type="pres">
      <dgm:prSet presAssocID="{1006668B-E404-4D0E-AC57-884E8833AD9A}" presName="iconBgRect" presStyleLbl="bgShp" presStyleIdx="1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prstGeom prst="rect">
          <a:avLst/>
        </a:prstGeom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</dgm:spPr>
    </dgm:pt>
    <dgm:pt modelId="{FB385EEE-89F7-4362-8928-597D4AEB1EE2}" type="pres">
      <dgm:prSet presAssocID="{1006668B-E404-4D0E-AC57-884E8833AD9A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フリップ式カレンダー 単色塗りつぶし"/>
        </a:ext>
      </dgm:extLst>
    </dgm:pt>
    <dgm:pt modelId="{04C98C2E-1FAF-4098-873A-70651A547E35}" type="pres">
      <dgm:prSet presAssocID="{1006668B-E404-4D0E-AC57-884E8833AD9A}" presName="spaceRect" presStyleCnt="0"/>
      <dgm:spPr/>
    </dgm:pt>
    <dgm:pt modelId="{EE4235EB-624E-4BCF-96F5-28DA4681F08B}" type="pres">
      <dgm:prSet presAssocID="{1006668B-E404-4D0E-AC57-884E8833AD9A}" presName="textRect" presStyleLbl="revTx" presStyleIdx="1" presStyleCnt="5">
        <dgm:presLayoutVars>
          <dgm:chMax val="1"/>
          <dgm:chPref val="1"/>
        </dgm:presLayoutVars>
      </dgm:prSet>
      <dgm:spPr/>
    </dgm:pt>
    <dgm:pt modelId="{76F0F519-C6AB-4F1F-811F-8B1997A864A2}" type="pres">
      <dgm:prSet presAssocID="{563FC799-EE39-4C12-9030-1C3CB8646F6A}" presName="sibTrans" presStyleCnt="0"/>
      <dgm:spPr/>
    </dgm:pt>
    <dgm:pt modelId="{5D2065B8-BF24-455A-8EE1-5E67BE48B81B}" type="pres">
      <dgm:prSet presAssocID="{C6F41633-0FF0-486A-B30E-1ED0E1D05A80}" presName="compNode" presStyleCnt="0"/>
      <dgm:spPr/>
    </dgm:pt>
    <dgm:pt modelId="{D24D21FC-62C1-4CB3-8209-8661C3C79008}" type="pres">
      <dgm:prSet presAssocID="{C6F41633-0FF0-486A-B30E-1ED0E1D05A80}" presName="iconBgRect" presStyleLbl="bgShp" presStyleIdx="2" presStyleCnt="5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xfrm>
          <a:off x="3393616" y="596391"/>
          <a:ext cx="1449891" cy="1449891"/>
        </a:xfrm>
        <a:prstGeom prst="rect">
          <a:avLst/>
        </a:prstGeom>
        <a:ln/>
      </dgm:spPr>
    </dgm:pt>
    <dgm:pt modelId="{E1CCDF7A-EBE7-495D-AEE1-FE9FEEA33C81}" type="pres">
      <dgm:prSet presAssocID="{C6F41633-0FF0-486A-B30E-1ED0E1D05A80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目覚まし時計 単色塗りつぶし"/>
        </a:ext>
      </dgm:extLst>
    </dgm:pt>
    <dgm:pt modelId="{AFF203E1-34B6-48E2-B5D4-C37BA4CDBE3D}" type="pres">
      <dgm:prSet presAssocID="{C6F41633-0FF0-486A-B30E-1ED0E1D05A80}" presName="spaceRect" presStyleCnt="0"/>
      <dgm:spPr/>
    </dgm:pt>
    <dgm:pt modelId="{1B26A24F-F4FA-4000-B231-980697CE6BC5}" type="pres">
      <dgm:prSet presAssocID="{C6F41633-0FF0-486A-B30E-1ED0E1D05A80}" presName="textRect" presStyleLbl="revTx" presStyleIdx="2" presStyleCnt="5">
        <dgm:presLayoutVars>
          <dgm:chMax val="1"/>
          <dgm:chPref val="1"/>
        </dgm:presLayoutVars>
      </dgm:prSet>
      <dgm:spPr/>
    </dgm:pt>
    <dgm:pt modelId="{51C87337-A8F2-49D7-9000-D0F5AEC2A3E0}" type="pres">
      <dgm:prSet presAssocID="{5BC5CE78-D653-4B24-A128-6A4D23EB6487}" presName="sibTrans" presStyleCnt="0"/>
      <dgm:spPr/>
    </dgm:pt>
    <dgm:pt modelId="{8CE0322A-4FD6-41C9-8DFD-125E5558BCB9}" type="pres">
      <dgm:prSet presAssocID="{B71CA56F-3FE0-4E91-A288-148D1A219531}" presName="compNode" presStyleCnt="0"/>
      <dgm:spPr/>
    </dgm:pt>
    <dgm:pt modelId="{150E4B2C-C413-4BF2-BE44-61CABB4D422E}" type="pres">
      <dgm:prSet presAssocID="{B71CA56F-3FE0-4E91-A288-148D1A219531}" presName="iconBgRect" presStyleLbl="bgShp" presStyleIdx="3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xfrm>
          <a:off x="6186441" y="596391"/>
          <a:ext cx="1449891" cy="1449891"/>
        </a:xfrm>
        <a:prstGeom prst="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338E22CF-4E7D-49DB-8D62-BFBE95644B7C}" type="pres">
      <dgm:prSet presAssocID="{B71CA56F-3FE0-4E91-A288-148D1A219531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リスト 単色塗りつぶし"/>
        </a:ext>
      </dgm:extLst>
    </dgm:pt>
    <dgm:pt modelId="{A4134F78-74E5-417C-9450-B5A5408E0982}" type="pres">
      <dgm:prSet presAssocID="{B71CA56F-3FE0-4E91-A288-148D1A219531}" presName="spaceRect" presStyleCnt="0"/>
      <dgm:spPr/>
    </dgm:pt>
    <dgm:pt modelId="{4E04CA18-7F92-4C8F-B31C-B8DC9BFFC00B}" type="pres">
      <dgm:prSet presAssocID="{B71CA56F-3FE0-4E91-A288-148D1A219531}" presName="textRect" presStyleLbl="revTx" presStyleIdx="3" presStyleCnt="5">
        <dgm:presLayoutVars>
          <dgm:chMax val="1"/>
          <dgm:chPref val="1"/>
        </dgm:presLayoutVars>
      </dgm:prSet>
      <dgm:spPr/>
    </dgm:pt>
    <dgm:pt modelId="{6A22E40D-3490-43F6-BFBB-88887609320F}" type="pres">
      <dgm:prSet presAssocID="{3551302F-D8DD-4233-8F96-BB798392283B}" presName="sibTrans" presStyleCnt="0"/>
      <dgm:spPr/>
    </dgm:pt>
    <dgm:pt modelId="{862E03AE-4DC1-45B4-ACA6-12DC9646DF09}" type="pres">
      <dgm:prSet presAssocID="{40445AAF-79D1-46B9-8D2F-1FE4E740F550}" presName="compNode" presStyleCnt="0"/>
      <dgm:spPr/>
    </dgm:pt>
    <dgm:pt modelId="{FB9B0F2E-A209-4355-A025-0CC7EDD3BBA7}" type="pres">
      <dgm:prSet presAssocID="{40445AAF-79D1-46B9-8D2F-1FE4E740F550}" presName="iconBgRect" presStyleLbl="bgShp" presStyleIdx="4" presStyleCnt="5"/>
      <dgm:spPr>
        <a:xfrm>
          <a:off x="8979265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65ED3257-C9EC-49C5-B86D-6D93DABEBEEB}" type="pres">
      <dgm:prSet presAssocID="{40445AAF-79D1-46B9-8D2F-1FE4E740F550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ワシ 単色塗りつぶし"/>
        </a:ext>
      </dgm:extLst>
    </dgm:pt>
    <dgm:pt modelId="{70DBFBC5-BFFA-4A86-92C2-38A37C3BA021}" type="pres">
      <dgm:prSet presAssocID="{40445AAF-79D1-46B9-8D2F-1FE4E740F550}" presName="spaceRect" presStyleCnt="0"/>
      <dgm:spPr/>
    </dgm:pt>
    <dgm:pt modelId="{164D16BE-1508-46AB-8E58-77F8E5A2FFCC}" type="pres">
      <dgm:prSet presAssocID="{40445AAF-79D1-46B9-8D2F-1FE4E740F5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4DA8700-2F2A-4FDC-A219-6F77F6166F6C}" type="presOf" srcId="{40445AAF-79D1-46B9-8D2F-1FE4E740F550}" destId="{164D16BE-1508-46AB-8E58-77F8E5A2FFCC}" srcOrd="0" destOrd="0" presId="urn:microsoft.com/office/officeart/2018/5/layout/IconCircleLabelList"/>
    <dgm:cxn modelId="{A804C30D-F5A2-425F-A93C-8ECFDAC90404}" srcId="{F4EA3051-5518-4A68-9136-046CAA7BA59D}" destId="{40445AAF-79D1-46B9-8D2F-1FE4E740F550}" srcOrd="4" destOrd="0" parTransId="{F4ED57A5-1437-4DDA-B79A-D8002E297C07}" sibTransId="{54582B31-660E-455B-967C-39B58B2EE975}"/>
    <dgm:cxn modelId="{93986B1C-4F60-4F52-8B62-DB7BDCD7F3BA}" srcId="{F4EA3051-5518-4A68-9136-046CAA7BA59D}" destId="{B71CA56F-3FE0-4E91-A288-148D1A219531}" srcOrd="3" destOrd="0" parTransId="{F2CF152A-3C10-4163-A2A0-FCFEDA46A576}" sibTransId="{3551302F-D8DD-4233-8F96-BB798392283B}"/>
    <dgm:cxn modelId="{6DD35841-89A1-4549-85C7-92BF0106B3BF}" srcId="{F4EA3051-5518-4A68-9136-046CAA7BA59D}" destId="{C6F41633-0FF0-486A-B30E-1ED0E1D05A80}" srcOrd="2" destOrd="0" parTransId="{8CFF2197-1A2B-4DB8-BB31-03AF3BE2A35D}" sibTransId="{5BC5CE78-D653-4B24-A128-6A4D23EB6487}"/>
    <dgm:cxn modelId="{323BDA44-20D3-459D-ADA7-2B127C61C413}" srcId="{F4EA3051-5518-4A68-9136-046CAA7BA59D}" destId="{18E90AE3-4EFE-423C-815C-68AB5448380C}" srcOrd="0" destOrd="0" parTransId="{41D92FFC-2A03-43B5-AD1E-1CCAB508BEDB}" sibTransId="{5EED4C3B-3262-4298-8922-070C75285238}"/>
    <dgm:cxn modelId="{9829035A-CF7D-4D90-937E-DE2D1F298FC5}" type="presOf" srcId="{18E90AE3-4EFE-423C-815C-68AB5448380C}" destId="{97947764-D5E2-4B83-8EAA-EA54408B4F84}" srcOrd="0" destOrd="0" presId="urn:microsoft.com/office/officeart/2018/5/layout/IconCircleLabelList"/>
    <dgm:cxn modelId="{3DFF7089-BF55-4C97-9284-BBCA08C87083}" type="presOf" srcId="{C6F41633-0FF0-486A-B30E-1ED0E1D05A80}" destId="{1B26A24F-F4FA-4000-B231-980697CE6BC5}" srcOrd="0" destOrd="0" presId="urn:microsoft.com/office/officeart/2018/5/layout/IconCircleLabelList"/>
    <dgm:cxn modelId="{678EE49E-C1B3-48E5-9BF4-3D66C242F898}" type="presOf" srcId="{F4EA3051-5518-4A68-9136-046CAA7BA59D}" destId="{C2FDEC8C-E2B9-4774-8D9D-AED7D6C0D55B}" srcOrd="0" destOrd="0" presId="urn:microsoft.com/office/officeart/2018/5/layout/IconCircleLabelList"/>
    <dgm:cxn modelId="{413965BD-D74F-4307-A43C-89B417F384CE}" type="presOf" srcId="{B71CA56F-3FE0-4E91-A288-148D1A219531}" destId="{4E04CA18-7F92-4C8F-B31C-B8DC9BFFC00B}" srcOrd="0" destOrd="0" presId="urn:microsoft.com/office/officeart/2018/5/layout/IconCircleLabelList"/>
    <dgm:cxn modelId="{56CFD1CF-8912-46C0-A712-3C289F87C6C3}" type="presOf" srcId="{1006668B-E404-4D0E-AC57-884E8833AD9A}" destId="{EE4235EB-624E-4BCF-96F5-28DA4681F08B}" srcOrd="0" destOrd="0" presId="urn:microsoft.com/office/officeart/2018/5/layout/IconCircleLabelList"/>
    <dgm:cxn modelId="{71EA88D2-C718-4D65-A7D9-4437A27AACFC}" srcId="{F4EA3051-5518-4A68-9136-046CAA7BA59D}" destId="{1006668B-E404-4D0E-AC57-884E8833AD9A}" srcOrd="1" destOrd="0" parTransId="{79410D41-4452-45A7-B151-5BFC3BC59A33}" sibTransId="{563FC799-EE39-4C12-9030-1C3CB8646F6A}"/>
    <dgm:cxn modelId="{79FD1E3D-7AA1-4229-8852-1B03C28C9F43}" type="presParOf" srcId="{C2FDEC8C-E2B9-4774-8D9D-AED7D6C0D55B}" destId="{D9AA7755-65D4-4A4F-B074-F7F866931976}" srcOrd="0" destOrd="0" presId="urn:microsoft.com/office/officeart/2018/5/layout/IconCircleLabelList"/>
    <dgm:cxn modelId="{B2AE4C3B-6679-4168-94DF-B7109BE39D04}" type="presParOf" srcId="{D9AA7755-65D4-4A4F-B074-F7F866931976}" destId="{2FD584AC-334C-4D98-9E88-D4EE344FF90D}" srcOrd="0" destOrd="0" presId="urn:microsoft.com/office/officeart/2018/5/layout/IconCircleLabelList"/>
    <dgm:cxn modelId="{63EB1EE7-501B-446C-BC25-320EDE2AC629}" type="presParOf" srcId="{D9AA7755-65D4-4A4F-B074-F7F866931976}" destId="{2E004ED0-9912-4313-AFA2-7904C1513343}" srcOrd="1" destOrd="0" presId="urn:microsoft.com/office/officeart/2018/5/layout/IconCircleLabelList"/>
    <dgm:cxn modelId="{CD8F03CD-825C-4D94-B420-D8259BCBD1EA}" type="presParOf" srcId="{D9AA7755-65D4-4A4F-B074-F7F866931976}" destId="{C7850D4C-BD15-4810-8DA4-9F6899FBDB2F}" srcOrd="2" destOrd="0" presId="urn:microsoft.com/office/officeart/2018/5/layout/IconCircleLabelList"/>
    <dgm:cxn modelId="{0DB5B47C-35FD-4FEB-BFB4-6AFED569B082}" type="presParOf" srcId="{D9AA7755-65D4-4A4F-B074-F7F866931976}" destId="{97947764-D5E2-4B83-8EAA-EA54408B4F84}" srcOrd="3" destOrd="0" presId="urn:microsoft.com/office/officeart/2018/5/layout/IconCircleLabelList"/>
    <dgm:cxn modelId="{EF0D7AE1-E9C4-4509-875C-D8F59679AF47}" type="presParOf" srcId="{C2FDEC8C-E2B9-4774-8D9D-AED7D6C0D55B}" destId="{2818E4B9-6416-4482-9782-ECF7FF702856}" srcOrd="1" destOrd="0" presId="urn:microsoft.com/office/officeart/2018/5/layout/IconCircleLabelList"/>
    <dgm:cxn modelId="{320E1312-7C7E-48DC-BBEF-66C7ECF72285}" type="presParOf" srcId="{C2FDEC8C-E2B9-4774-8D9D-AED7D6C0D55B}" destId="{727976DF-086B-438C-BD83-51D09CBD4EC7}" srcOrd="2" destOrd="0" presId="urn:microsoft.com/office/officeart/2018/5/layout/IconCircleLabelList"/>
    <dgm:cxn modelId="{1C928EEA-4030-47C5-917B-83DFCB2B5274}" type="presParOf" srcId="{727976DF-086B-438C-BD83-51D09CBD4EC7}" destId="{C9A6B413-DF12-4ECB-A750-22F04AEB749A}" srcOrd="0" destOrd="0" presId="urn:microsoft.com/office/officeart/2018/5/layout/IconCircleLabelList"/>
    <dgm:cxn modelId="{1FB46F00-DA3F-483C-9C1B-BC1A04E12342}" type="presParOf" srcId="{727976DF-086B-438C-BD83-51D09CBD4EC7}" destId="{FB385EEE-89F7-4362-8928-597D4AEB1EE2}" srcOrd="1" destOrd="0" presId="urn:microsoft.com/office/officeart/2018/5/layout/IconCircleLabelList"/>
    <dgm:cxn modelId="{5AE2BC62-BA87-4E94-B802-51B19350CC43}" type="presParOf" srcId="{727976DF-086B-438C-BD83-51D09CBD4EC7}" destId="{04C98C2E-1FAF-4098-873A-70651A547E35}" srcOrd="2" destOrd="0" presId="urn:microsoft.com/office/officeart/2018/5/layout/IconCircleLabelList"/>
    <dgm:cxn modelId="{2C5CAFF9-A7F8-4869-810F-AE1416974660}" type="presParOf" srcId="{727976DF-086B-438C-BD83-51D09CBD4EC7}" destId="{EE4235EB-624E-4BCF-96F5-28DA4681F08B}" srcOrd="3" destOrd="0" presId="urn:microsoft.com/office/officeart/2018/5/layout/IconCircleLabelList"/>
    <dgm:cxn modelId="{F7E9D98D-2EDE-444C-9638-8FF6CD2664D3}" type="presParOf" srcId="{C2FDEC8C-E2B9-4774-8D9D-AED7D6C0D55B}" destId="{76F0F519-C6AB-4F1F-811F-8B1997A864A2}" srcOrd="3" destOrd="0" presId="urn:microsoft.com/office/officeart/2018/5/layout/IconCircleLabelList"/>
    <dgm:cxn modelId="{19C63FC8-0594-449D-A08D-305DFCF0CBD4}" type="presParOf" srcId="{C2FDEC8C-E2B9-4774-8D9D-AED7D6C0D55B}" destId="{5D2065B8-BF24-455A-8EE1-5E67BE48B81B}" srcOrd="4" destOrd="0" presId="urn:microsoft.com/office/officeart/2018/5/layout/IconCircleLabelList"/>
    <dgm:cxn modelId="{86ED7525-E879-4DEE-A666-5D002482EDBA}" type="presParOf" srcId="{5D2065B8-BF24-455A-8EE1-5E67BE48B81B}" destId="{D24D21FC-62C1-4CB3-8209-8661C3C79008}" srcOrd="0" destOrd="0" presId="urn:microsoft.com/office/officeart/2018/5/layout/IconCircleLabelList"/>
    <dgm:cxn modelId="{DFE4A2C8-4258-4933-A18C-D12BA15A1659}" type="presParOf" srcId="{5D2065B8-BF24-455A-8EE1-5E67BE48B81B}" destId="{E1CCDF7A-EBE7-495D-AEE1-FE9FEEA33C81}" srcOrd="1" destOrd="0" presId="urn:microsoft.com/office/officeart/2018/5/layout/IconCircleLabelList"/>
    <dgm:cxn modelId="{CAF013D0-25C7-4A25-8C99-6600A2411030}" type="presParOf" srcId="{5D2065B8-BF24-455A-8EE1-5E67BE48B81B}" destId="{AFF203E1-34B6-48E2-B5D4-C37BA4CDBE3D}" srcOrd="2" destOrd="0" presId="urn:microsoft.com/office/officeart/2018/5/layout/IconCircleLabelList"/>
    <dgm:cxn modelId="{4867945B-D8F6-460C-96CD-EDEBC12F2030}" type="presParOf" srcId="{5D2065B8-BF24-455A-8EE1-5E67BE48B81B}" destId="{1B26A24F-F4FA-4000-B231-980697CE6BC5}" srcOrd="3" destOrd="0" presId="urn:microsoft.com/office/officeart/2018/5/layout/IconCircleLabelList"/>
    <dgm:cxn modelId="{4CA7B7EC-EB84-4F14-80C6-4E691030B988}" type="presParOf" srcId="{C2FDEC8C-E2B9-4774-8D9D-AED7D6C0D55B}" destId="{51C87337-A8F2-49D7-9000-D0F5AEC2A3E0}" srcOrd="5" destOrd="0" presId="urn:microsoft.com/office/officeart/2018/5/layout/IconCircleLabelList"/>
    <dgm:cxn modelId="{67E4772B-4720-4C68-9D42-81314937C9DA}" type="presParOf" srcId="{C2FDEC8C-E2B9-4774-8D9D-AED7D6C0D55B}" destId="{8CE0322A-4FD6-41C9-8DFD-125E5558BCB9}" srcOrd="6" destOrd="0" presId="urn:microsoft.com/office/officeart/2018/5/layout/IconCircleLabelList"/>
    <dgm:cxn modelId="{727DBF10-5A59-415F-B619-40A197D93C61}" type="presParOf" srcId="{8CE0322A-4FD6-41C9-8DFD-125E5558BCB9}" destId="{150E4B2C-C413-4BF2-BE44-61CABB4D422E}" srcOrd="0" destOrd="0" presId="urn:microsoft.com/office/officeart/2018/5/layout/IconCircleLabelList"/>
    <dgm:cxn modelId="{5565CCAE-8316-4B9C-A3F1-FBEBAC786C11}" type="presParOf" srcId="{8CE0322A-4FD6-41C9-8DFD-125E5558BCB9}" destId="{338E22CF-4E7D-49DB-8D62-BFBE95644B7C}" srcOrd="1" destOrd="0" presId="urn:microsoft.com/office/officeart/2018/5/layout/IconCircleLabelList"/>
    <dgm:cxn modelId="{3653481C-751D-4CC5-AF62-7568CD7CC61B}" type="presParOf" srcId="{8CE0322A-4FD6-41C9-8DFD-125E5558BCB9}" destId="{A4134F78-74E5-417C-9450-B5A5408E0982}" srcOrd="2" destOrd="0" presId="urn:microsoft.com/office/officeart/2018/5/layout/IconCircleLabelList"/>
    <dgm:cxn modelId="{6695926F-0E7D-43AB-BCF2-BEF666B02D12}" type="presParOf" srcId="{8CE0322A-4FD6-41C9-8DFD-125E5558BCB9}" destId="{4E04CA18-7F92-4C8F-B31C-B8DC9BFFC00B}" srcOrd="3" destOrd="0" presId="urn:microsoft.com/office/officeart/2018/5/layout/IconCircleLabelList"/>
    <dgm:cxn modelId="{BC289181-5D69-4D1A-ACA9-0500CD42AFE9}" type="presParOf" srcId="{C2FDEC8C-E2B9-4774-8D9D-AED7D6C0D55B}" destId="{6A22E40D-3490-43F6-BFBB-88887609320F}" srcOrd="7" destOrd="0" presId="urn:microsoft.com/office/officeart/2018/5/layout/IconCircleLabelList"/>
    <dgm:cxn modelId="{08FC0DA2-D0C0-4E63-979A-0F1E080AB05D}" type="presParOf" srcId="{C2FDEC8C-E2B9-4774-8D9D-AED7D6C0D55B}" destId="{862E03AE-4DC1-45B4-ACA6-12DC9646DF09}" srcOrd="8" destOrd="0" presId="urn:microsoft.com/office/officeart/2018/5/layout/IconCircleLabelList"/>
    <dgm:cxn modelId="{F01F18CA-5027-4074-B967-F6F5E44331F6}" type="presParOf" srcId="{862E03AE-4DC1-45B4-ACA6-12DC9646DF09}" destId="{FB9B0F2E-A209-4355-A025-0CC7EDD3BBA7}" srcOrd="0" destOrd="0" presId="urn:microsoft.com/office/officeart/2018/5/layout/IconCircleLabelList"/>
    <dgm:cxn modelId="{BF180951-5F48-4680-A09A-9F2976F5414A}" type="presParOf" srcId="{862E03AE-4DC1-45B4-ACA6-12DC9646DF09}" destId="{65ED3257-C9EC-49C5-B86D-6D93DABEBEEB}" srcOrd="1" destOrd="0" presId="urn:microsoft.com/office/officeart/2018/5/layout/IconCircleLabelList"/>
    <dgm:cxn modelId="{DBC06EF7-DBB8-4C6B-935E-6B0B0CA29BB9}" type="presParOf" srcId="{862E03AE-4DC1-45B4-ACA6-12DC9646DF09}" destId="{70DBFBC5-BFFA-4A86-92C2-38A37C3BA021}" srcOrd="2" destOrd="0" presId="urn:microsoft.com/office/officeart/2018/5/layout/IconCircleLabelList"/>
    <dgm:cxn modelId="{6AC46EC9-AC0D-4D8E-897E-B1F66DA44651}" type="presParOf" srcId="{862E03AE-4DC1-45B4-ACA6-12DC9646DF09}" destId="{164D16BE-1508-46AB-8E58-77F8E5A2FFC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11292-5724-4CF3-9B68-C9C37D007AE6}">
      <dsp:nvSpPr>
        <dsp:cNvPr id="0" name=""/>
        <dsp:cNvSpPr/>
      </dsp:nvSpPr>
      <dsp:spPr>
        <a:xfrm>
          <a:off x="0" y="324025"/>
          <a:ext cx="6377650" cy="1745598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410B7-CA0F-43F4-960E-9DA7059AF511}">
      <dsp:nvSpPr>
        <dsp:cNvPr id="0" name=""/>
        <dsp:cNvSpPr/>
      </dsp:nvSpPr>
      <dsp:spPr>
        <a:xfrm>
          <a:off x="528043" y="716784"/>
          <a:ext cx="960079" cy="960079"/>
        </a:xfrm>
        <a:prstGeom prst="rect">
          <a:avLst/>
        </a:prstGeom>
        <a:blipFill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2B821-D3EB-46EE-BCA0-DA5A1D91AF84}">
      <dsp:nvSpPr>
        <dsp:cNvPr id="0" name=""/>
        <dsp:cNvSpPr/>
      </dsp:nvSpPr>
      <dsp:spPr>
        <a:xfrm>
          <a:off x="2016166" y="324025"/>
          <a:ext cx="4120291" cy="218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0928" tIns="230928" rIns="230928" bIns="230928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企業ごとにメモを開く必要があるので</a:t>
          </a:r>
          <a:endParaRPr lang="en-US" altLang="ja-JP" sz="20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比較がしづらい</a:t>
          </a:r>
          <a:endParaRPr lang="en-US" altLang="ja-JP" sz="20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（操作性の欠如）</a:t>
          </a:r>
          <a:endParaRPr lang="en-US" altLang="ja-JP" sz="28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2016166" y="324025"/>
        <a:ext cx="4120291" cy="2181998"/>
      </dsp:txXfrm>
    </dsp:sp>
    <dsp:sp modelId="{5EDC32A8-8A30-43AA-B28C-4DE1051927E9}">
      <dsp:nvSpPr>
        <dsp:cNvPr id="0" name=""/>
        <dsp:cNvSpPr/>
      </dsp:nvSpPr>
      <dsp:spPr>
        <a:xfrm>
          <a:off x="0" y="2911977"/>
          <a:ext cx="6377650" cy="1745598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72B6A-45B7-4ABB-9EFD-F5AC17DE9608}">
      <dsp:nvSpPr>
        <dsp:cNvPr id="0" name=""/>
        <dsp:cNvSpPr/>
      </dsp:nvSpPr>
      <dsp:spPr>
        <a:xfrm>
          <a:off x="528043" y="3304736"/>
          <a:ext cx="960079" cy="960079"/>
        </a:xfrm>
        <a:prstGeom prst="rect">
          <a:avLst/>
        </a:prstGeom>
        <a:blipFill>
          <a:blip xmlns:r="http://schemas.openxmlformats.org/officeDocument/2006/relationships" r:embed="rId2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86CCF-EBB1-4A29-B240-4BC3DA177E84}">
      <dsp:nvSpPr>
        <dsp:cNvPr id="0" name=""/>
        <dsp:cNvSpPr/>
      </dsp:nvSpPr>
      <dsp:spPr>
        <a:xfrm>
          <a:off x="2016166" y="2911977"/>
          <a:ext cx="4120291" cy="218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0928" tIns="230928" rIns="230928" bIns="230928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メモ帳よりも記録・比較に優れるが</a:t>
          </a:r>
          <a:endParaRPr lang="en-US" altLang="ja-JP" sz="20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多くセルを使うと見辛い</a:t>
          </a:r>
          <a:endParaRPr lang="en-US" altLang="ja-JP" sz="20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noProof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（視認性の欠如）</a:t>
          </a:r>
          <a:endParaRPr lang="en-US" altLang="ja-JP" sz="2800" kern="1200" noProof="0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2016166" y="2911977"/>
        <a:ext cx="4120291" cy="2181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84AC-334C-4D98-9E88-D4EE344FF90D}">
      <dsp:nvSpPr>
        <dsp:cNvPr id="0" name=""/>
        <dsp:cNvSpPr/>
      </dsp:nvSpPr>
      <dsp:spPr>
        <a:xfrm>
          <a:off x="488077" y="235434"/>
          <a:ext cx="1098000" cy="1098000"/>
        </a:xfrm>
        <a:prstGeom prst="rect">
          <a:avLst/>
        </a:prstGeom>
        <a:solidFill>
          <a:schemeClr val="lt1"/>
        </a:solidFill>
        <a:ln w="158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</dsp:sp>
    <dsp:sp modelId="{2E004ED0-9912-4313-AFA2-7904C1513343}">
      <dsp:nvSpPr>
        <dsp:cNvPr id="0" name=""/>
        <dsp:cNvSpPr/>
      </dsp:nvSpPr>
      <dsp:spPr>
        <a:xfrm>
          <a:off x="722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47764-D5E2-4B83-8EAA-EA54408B4F84}">
      <dsp:nvSpPr>
        <dsp:cNvPr id="0" name=""/>
        <dsp:cNvSpPr/>
      </dsp:nvSpPr>
      <dsp:spPr>
        <a:xfrm>
          <a:off x="137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記録</a:t>
          </a:r>
        </a:p>
      </dsp:txBody>
      <dsp:txXfrm>
        <a:off x="137077" y="1675434"/>
        <a:ext cx="1800000" cy="720000"/>
      </dsp:txXfrm>
    </dsp:sp>
    <dsp:sp modelId="{C9A6B413-DF12-4ECB-A750-22F04AEB749A}">
      <dsp:nvSpPr>
        <dsp:cNvPr id="0" name=""/>
        <dsp:cNvSpPr/>
      </dsp:nvSpPr>
      <dsp:spPr>
        <a:xfrm>
          <a:off x="2603077" y="235434"/>
          <a:ext cx="1098000" cy="1098000"/>
        </a:xfrm>
        <a:prstGeom prst="rect">
          <a:avLst/>
        </a:prstGeom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</dsp:sp>
    <dsp:sp modelId="{FB385EEE-89F7-4362-8928-597D4AEB1EE2}">
      <dsp:nvSpPr>
        <dsp:cNvPr id="0" name=""/>
        <dsp:cNvSpPr/>
      </dsp:nvSpPr>
      <dsp:spPr>
        <a:xfrm>
          <a:off x="2837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235EB-624E-4BCF-96F5-28DA4681F08B}">
      <dsp:nvSpPr>
        <dsp:cNvPr id="0" name=""/>
        <dsp:cNvSpPr/>
      </dsp:nvSpPr>
      <dsp:spPr>
        <a:xfrm>
          <a:off x="2252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kumimoji="1" lang="ja-JP" altLang="en-US" sz="1600" kern="1200" dirty="0"/>
            <a:t>カレンダー</a:t>
          </a:r>
        </a:p>
      </dsp:txBody>
      <dsp:txXfrm>
        <a:off x="2252077" y="1675434"/>
        <a:ext cx="1800000" cy="720000"/>
      </dsp:txXfrm>
    </dsp:sp>
    <dsp:sp modelId="{D24D21FC-62C1-4CB3-8209-8661C3C79008}">
      <dsp:nvSpPr>
        <dsp:cNvPr id="0" name=""/>
        <dsp:cNvSpPr/>
      </dsp:nvSpPr>
      <dsp:spPr>
        <a:xfrm>
          <a:off x="4718077" y="235434"/>
          <a:ext cx="1098000" cy="1098000"/>
        </a:xfrm>
        <a:prstGeom prst="rect">
          <a:avLst/>
        </a:prstGeom>
        <a:solidFill>
          <a:schemeClr val="lt1"/>
        </a:solidFill>
        <a:ln w="15875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E1CCDF7A-EBE7-495D-AEE1-FE9FEEA33C81}">
      <dsp:nvSpPr>
        <dsp:cNvPr id="0" name=""/>
        <dsp:cNvSpPr/>
      </dsp:nvSpPr>
      <dsp:spPr>
        <a:xfrm>
          <a:off x="4952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6A24F-F4FA-4000-B231-980697CE6BC5}">
      <dsp:nvSpPr>
        <dsp:cNvPr id="0" name=""/>
        <dsp:cNvSpPr/>
      </dsp:nvSpPr>
      <dsp:spPr>
        <a:xfrm>
          <a:off x="4367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リマインダー機能</a:t>
          </a:r>
        </a:p>
      </dsp:txBody>
      <dsp:txXfrm>
        <a:off x="4367077" y="1675434"/>
        <a:ext cx="1800000" cy="720000"/>
      </dsp:txXfrm>
    </dsp:sp>
    <dsp:sp modelId="{150E4B2C-C413-4BF2-BE44-61CABB4D422E}">
      <dsp:nvSpPr>
        <dsp:cNvPr id="0" name=""/>
        <dsp:cNvSpPr/>
      </dsp:nvSpPr>
      <dsp:spPr>
        <a:xfrm>
          <a:off x="1545577" y="2845434"/>
          <a:ext cx="1098000" cy="1098000"/>
        </a:xfrm>
        <a:prstGeom prst="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338E22CF-4E7D-49DB-8D62-BFBE95644B7C}">
      <dsp:nvSpPr>
        <dsp:cNvPr id="0" name=""/>
        <dsp:cNvSpPr/>
      </dsp:nvSpPr>
      <dsp:spPr>
        <a:xfrm>
          <a:off x="1779577" y="307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4CA18-7F92-4C8F-B31C-B8DC9BFFC00B}">
      <dsp:nvSpPr>
        <dsp:cNvPr id="0" name=""/>
        <dsp:cNvSpPr/>
      </dsp:nvSpPr>
      <dsp:spPr>
        <a:xfrm>
          <a:off x="1194577" y="428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比較機能</a:t>
          </a:r>
        </a:p>
      </dsp:txBody>
      <dsp:txXfrm>
        <a:off x="1194577" y="4285434"/>
        <a:ext cx="1800000" cy="720000"/>
      </dsp:txXfrm>
    </dsp:sp>
    <dsp:sp modelId="{FB9B0F2E-A209-4355-A025-0CC7EDD3BBA7}">
      <dsp:nvSpPr>
        <dsp:cNvPr id="0" name=""/>
        <dsp:cNvSpPr/>
      </dsp:nvSpPr>
      <dsp:spPr>
        <a:xfrm>
          <a:off x="3660577" y="2845434"/>
          <a:ext cx="1098000" cy="109800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3257-C9EC-49C5-B86D-6D93DABEBEEB}">
      <dsp:nvSpPr>
        <dsp:cNvPr id="0" name=""/>
        <dsp:cNvSpPr/>
      </dsp:nvSpPr>
      <dsp:spPr>
        <a:xfrm>
          <a:off x="3894577" y="307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16BE-1508-46AB-8E58-77F8E5A2FFCC}">
      <dsp:nvSpPr>
        <dsp:cNvPr id="0" name=""/>
        <dsp:cNvSpPr/>
      </dsp:nvSpPr>
      <dsp:spPr>
        <a:xfrm>
          <a:off x="3309577" y="428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ja-JP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AI</a:t>
          </a: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相談機能</a:t>
          </a:r>
        </a:p>
      </dsp:txBody>
      <dsp:txXfrm>
        <a:off x="3309577" y="4285434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84AC-334C-4D98-9E88-D4EE344FF90D}">
      <dsp:nvSpPr>
        <dsp:cNvPr id="0" name=""/>
        <dsp:cNvSpPr/>
      </dsp:nvSpPr>
      <dsp:spPr>
        <a:xfrm>
          <a:off x="488077" y="235434"/>
          <a:ext cx="1098000" cy="1098000"/>
        </a:xfrm>
        <a:prstGeom prst="rect">
          <a:avLst/>
        </a:prstGeom>
        <a:solidFill>
          <a:schemeClr val="lt1"/>
        </a:solidFill>
        <a:ln w="158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</dsp:sp>
    <dsp:sp modelId="{2E004ED0-9912-4313-AFA2-7904C1513343}">
      <dsp:nvSpPr>
        <dsp:cNvPr id="0" name=""/>
        <dsp:cNvSpPr/>
      </dsp:nvSpPr>
      <dsp:spPr>
        <a:xfrm>
          <a:off x="722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47764-D5E2-4B83-8EAA-EA54408B4F84}">
      <dsp:nvSpPr>
        <dsp:cNvPr id="0" name=""/>
        <dsp:cNvSpPr/>
      </dsp:nvSpPr>
      <dsp:spPr>
        <a:xfrm>
          <a:off x="137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記録</a:t>
          </a:r>
        </a:p>
      </dsp:txBody>
      <dsp:txXfrm>
        <a:off x="137077" y="1675434"/>
        <a:ext cx="1800000" cy="720000"/>
      </dsp:txXfrm>
    </dsp:sp>
    <dsp:sp modelId="{C9A6B413-DF12-4ECB-A750-22F04AEB749A}">
      <dsp:nvSpPr>
        <dsp:cNvPr id="0" name=""/>
        <dsp:cNvSpPr/>
      </dsp:nvSpPr>
      <dsp:spPr>
        <a:xfrm>
          <a:off x="2603077" y="235434"/>
          <a:ext cx="1098000" cy="1098000"/>
        </a:xfrm>
        <a:prstGeom prst="rect">
          <a:avLst/>
        </a:prstGeom>
        <a:noFill/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</dsp:sp>
    <dsp:sp modelId="{FB385EEE-89F7-4362-8928-597D4AEB1EE2}">
      <dsp:nvSpPr>
        <dsp:cNvPr id="0" name=""/>
        <dsp:cNvSpPr/>
      </dsp:nvSpPr>
      <dsp:spPr>
        <a:xfrm>
          <a:off x="2837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235EB-624E-4BCF-96F5-28DA4681F08B}">
      <dsp:nvSpPr>
        <dsp:cNvPr id="0" name=""/>
        <dsp:cNvSpPr/>
      </dsp:nvSpPr>
      <dsp:spPr>
        <a:xfrm>
          <a:off x="2252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kumimoji="1" lang="ja-JP" altLang="en-US" sz="1600" kern="1200" dirty="0"/>
            <a:t>カレンダー</a:t>
          </a:r>
        </a:p>
      </dsp:txBody>
      <dsp:txXfrm>
        <a:off x="2252077" y="1675434"/>
        <a:ext cx="1800000" cy="720000"/>
      </dsp:txXfrm>
    </dsp:sp>
    <dsp:sp modelId="{D24D21FC-62C1-4CB3-8209-8661C3C79008}">
      <dsp:nvSpPr>
        <dsp:cNvPr id="0" name=""/>
        <dsp:cNvSpPr/>
      </dsp:nvSpPr>
      <dsp:spPr>
        <a:xfrm>
          <a:off x="4718077" y="235434"/>
          <a:ext cx="1098000" cy="1098000"/>
        </a:xfrm>
        <a:prstGeom prst="rect">
          <a:avLst/>
        </a:prstGeom>
        <a:solidFill>
          <a:schemeClr val="lt1"/>
        </a:solidFill>
        <a:ln w="15875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E1CCDF7A-EBE7-495D-AEE1-FE9FEEA33C81}">
      <dsp:nvSpPr>
        <dsp:cNvPr id="0" name=""/>
        <dsp:cNvSpPr/>
      </dsp:nvSpPr>
      <dsp:spPr>
        <a:xfrm>
          <a:off x="4952077" y="46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6A24F-F4FA-4000-B231-980697CE6BC5}">
      <dsp:nvSpPr>
        <dsp:cNvPr id="0" name=""/>
        <dsp:cNvSpPr/>
      </dsp:nvSpPr>
      <dsp:spPr>
        <a:xfrm>
          <a:off x="4367077" y="167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リマインダー機能</a:t>
          </a:r>
        </a:p>
      </dsp:txBody>
      <dsp:txXfrm>
        <a:off x="4367077" y="1675434"/>
        <a:ext cx="1800000" cy="720000"/>
      </dsp:txXfrm>
    </dsp:sp>
    <dsp:sp modelId="{150E4B2C-C413-4BF2-BE44-61CABB4D422E}">
      <dsp:nvSpPr>
        <dsp:cNvPr id="0" name=""/>
        <dsp:cNvSpPr/>
      </dsp:nvSpPr>
      <dsp:spPr>
        <a:xfrm>
          <a:off x="1545577" y="2845434"/>
          <a:ext cx="1098000" cy="1098000"/>
        </a:xfrm>
        <a:prstGeom prst="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338E22CF-4E7D-49DB-8D62-BFBE95644B7C}">
      <dsp:nvSpPr>
        <dsp:cNvPr id="0" name=""/>
        <dsp:cNvSpPr/>
      </dsp:nvSpPr>
      <dsp:spPr>
        <a:xfrm>
          <a:off x="1779577" y="307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4CA18-7F92-4C8F-B31C-B8DC9BFFC00B}">
      <dsp:nvSpPr>
        <dsp:cNvPr id="0" name=""/>
        <dsp:cNvSpPr/>
      </dsp:nvSpPr>
      <dsp:spPr>
        <a:xfrm>
          <a:off x="1194577" y="428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比較機能</a:t>
          </a:r>
        </a:p>
      </dsp:txBody>
      <dsp:txXfrm>
        <a:off x="1194577" y="4285434"/>
        <a:ext cx="1800000" cy="720000"/>
      </dsp:txXfrm>
    </dsp:sp>
    <dsp:sp modelId="{FB9B0F2E-A209-4355-A025-0CC7EDD3BBA7}">
      <dsp:nvSpPr>
        <dsp:cNvPr id="0" name=""/>
        <dsp:cNvSpPr/>
      </dsp:nvSpPr>
      <dsp:spPr>
        <a:xfrm>
          <a:off x="3660577" y="2845434"/>
          <a:ext cx="1098000" cy="109800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3257-C9EC-49C5-B86D-6D93DABEBEEB}">
      <dsp:nvSpPr>
        <dsp:cNvPr id="0" name=""/>
        <dsp:cNvSpPr/>
      </dsp:nvSpPr>
      <dsp:spPr>
        <a:xfrm>
          <a:off x="3894577" y="307943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16BE-1508-46AB-8E58-77F8E5A2FFCC}">
      <dsp:nvSpPr>
        <dsp:cNvPr id="0" name=""/>
        <dsp:cNvSpPr/>
      </dsp:nvSpPr>
      <dsp:spPr>
        <a:xfrm>
          <a:off x="3309577" y="428543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ja-JP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AI</a:t>
          </a:r>
          <a:r>
            <a:rPr lang="ja-JP" altLang="en-US" sz="1800" kern="1200" cap="none" noProof="0" dirty="0">
              <a:latin typeface="Meiryo UI" panose="020B0604030504040204" pitchFamily="50" charset="-128"/>
              <a:ea typeface="Meiryo UI" panose="020B0604030504040204" pitchFamily="50" charset="-128"/>
            </a:rPr>
            <a:t>相談機能</a:t>
          </a:r>
        </a:p>
      </dsp:txBody>
      <dsp:txXfrm>
        <a:off x="3309577" y="428543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アイコン (縦方向塗りつぶし) のリスト"/>
  <dgm:desc val="図形内にグループ分けされた第 1 レベル、または第 1 レベルと第 2 レベルのテキスト付きで、一連のビジュアルを上から下に表示するのに使用します。説明が長いアイコンまたは小さい画像に最適です。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アイコン (円) とラベルのリスト"/>
  <dgm:desc val="関連ビジュアルが付属している、連続性のない情報のまとまり、またはグループ分けされた情報のまとまりを示すのに使用します。短い表題付きのアイコンまたは小さい画像の場合に適しています。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アイコン (円) とラベルのリスト"/>
  <dgm:desc val="関連ビジュアルが付属している、連続性のない情報のまとまり、またはグループ分けされた情報のまとまりを示すのに使用します。短い表題付きのアイコンまたは小さい画像の場合に適しています。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801FC8B-EC93-C64D-BBD2-37E30DAF45BC}" type="slidenum">
              <a:rPr 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642C43-552D-43A7-A632-DE888306F42B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2026/7/15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7D51A45-A245-435C-8F35-5134122F7907}" type="datetime1">
              <a:rPr lang="ja-JP" altLang="en-US" smtClean="0"/>
              <a:pPr/>
              <a:t>2026/7/15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マスター テキストの書式設定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7D111EE-B1CE-3F40-8B0E-AB6A92B8545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348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7363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3846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7533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4757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923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0550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248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77FE-FD8A-404B-0F44-6F1D8DC6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93A441-4D98-3AF1-8940-3B9373D8F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A382E73-4F7E-F8C4-4F20-74A4379F6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AE9B18-52ED-F07B-0F34-3A0BD4735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443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4548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9CAC06A-4905-4B1A-83C1-3B011A8CF04B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15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031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D17211D-9D5D-48DC-B274-CD86044526E1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ja-JP" altLang="en-US" noProof="0" dirty="0"/>
              <a:t>クリックしてサブタイトルを編集する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(横方向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長方形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16" name="日付プレースホルダー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53727C9-9A56-4203-BBB0-3227A530C8A0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17" name="フッター プレースホルダー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18" name="スライド番号プレースホルダー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9" name="タイトル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20" name="三角形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三角形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長方形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C529E7D-1EE5-4AA2-B446-31EA12DCE890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(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長方形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C5E60B7-06DE-44E6-8596-5E17C8D2402D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 (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長方形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5F07B77-F511-42E4-82DF-F3192ED8B60A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(白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長方形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F64FCAD-9B38-400E-A1E9-727ABA020130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17" name="タイトル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 (白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長方形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C675A3F-BD38-4633-97A4-7E1D298EC843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タイトル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" noProof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長方形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三角形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3" name="グループ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長方形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2400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三角形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00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 rtl="0">
              <a:buNone/>
              <a:defRPr sz="2000" b="0" cap="all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9ED8B79-03CD-4D0B-BB9D-1A6B7FD5A0D5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長方形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2400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00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2" name="テキスト プレースホルダー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 rtl="0">
              <a:buNone/>
              <a:defRPr sz="2000" b="0" cap="all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23" name="コンテンツ プレースホルダー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タイトル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EFF0123-6B04-4903-AA9C-F0CF49105591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図プレースホルダー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rtlCol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タイトルをここに入力</a:t>
            </a:r>
          </a:p>
        </p:txBody>
      </p:sp>
      <p:sp>
        <p:nvSpPr>
          <p:cNvPr id="17" name="テキスト プレースホルダー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rtlCol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ja-JP" altLang="en-US" noProof="0" dirty="0"/>
              <a:t>テキストをここに入力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画像を含む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2DC27CF-897A-4897-AE1C-CFE381BB08BC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図プレースホルダー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rtlCol="0"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タイトルをここに入力</a:t>
            </a:r>
          </a:p>
        </p:txBody>
      </p:sp>
      <p:sp>
        <p:nvSpPr>
          <p:cNvPr id="29" name="コンテンツ プレースホルダー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 rtlCol="0"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画像を含む狭い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923C490-EFE6-4945-8A25-7D8E084634B7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長方形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rtlCol="0"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タイトルをここに入力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 rtlCol="0"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マスター テキストの書式設定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 dirty="0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画像を含む狭いコンテンツの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F2CABB7-8058-4BE5-A1C2-E4F0837BC1C9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rtlCol="0" anchor="t"/>
          <a:lstStyle>
            <a:lvl1pPr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rtlCol="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</p:txBody>
      </p:sp>
      <p:sp>
        <p:nvSpPr>
          <p:cNvPr id="13" name="図プレースホルダー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画像と著者名を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15" name="フリーフォーム(F)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D40CA02-4D60-47F7-B19D-281B870DBC1E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rtlCol="0" anchor="t">
            <a:normAutofit/>
          </a:bodyPr>
          <a:lstStyle>
            <a:lvl1pPr algn="l">
              <a:defRPr sz="3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引用をここに入力</a:t>
            </a:r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のみ (左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grpSp>
        <p:nvGrpSpPr>
          <p:cNvPr id="13" name="グループ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三角形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0" name="タイトル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タイトルをここに入力</a:t>
            </a:r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のみ (右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タイトルをここに入力</a:t>
            </a:r>
          </a:p>
        </p:txBody>
      </p:sp>
      <p:sp>
        <p:nvSpPr>
          <p:cNvPr id="9" name="三角形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ja-JP" altLang="en-US" noProof="0" dirty="0"/>
              <a:t>マスター テキストの書式設定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22644B3-CB5F-448F-97EB-373148182E69}" type="datetime1">
              <a:rPr lang="ja-JP" altLang="en-US" noProof="0" smtClean="0"/>
              <a:t>2026/7/15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98EE3D-8CD1-4C3F-BD1C-C98C9596463C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11500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就活帳</a:t>
            </a:r>
          </a:p>
        </p:txBody>
      </p:sp>
      <p:sp>
        <p:nvSpPr>
          <p:cNvPr id="6" name="サブタイトル 5">
            <a:extLst>
              <a:ext uri="{FF2B5EF4-FFF2-40B4-BE49-F238E27FC236}">
                <a16:creationId xmlns:a16="http://schemas.microsoft.com/office/drawing/2014/main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4400" dirty="0"/>
              <a:t>石川璃空</a:t>
            </a:r>
            <a:endParaRPr lang="ja-JP" alt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フローチャート: 手操作入力 8">
            <a:extLst>
              <a:ext uri="{FF2B5EF4-FFF2-40B4-BE49-F238E27FC236}">
                <a16:creationId xmlns:a16="http://schemas.microsoft.com/office/drawing/2014/main" id="{CB43C81B-255C-CA27-6D55-8C43E9E479CC}"/>
              </a:ext>
            </a:extLst>
          </p:cNvPr>
          <p:cNvSpPr/>
          <p:nvPr/>
        </p:nvSpPr>
        <p:spPr>
          <a:xfrm rot="16200000" flipH="1">
            <a:off x="6382476" y="1048474"/>
            <a:ext cx="6858000" cy="4761055"/>
          </a:xfrm>
          <a:prstGeom prst="flowChartManualInpu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2D7F6A80-08DF-8645-A4CD-7D0B49A3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994" y="1570383"/>
            <a:ext cx="4845068" cy="1858617"/>
          </a:xfrm>
        </p:spPr>
        <p:txBody>
          <a:bodyPr rtlCol="0"/>
          <a:lstStyle/>
          <a:p>
            <a:pPr rtl="0"/>
            <a:r>
              <a:rPr lang="ja-JP" altLang="en-US" dirty="0"/>
              <a:t>石川 璃空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5613A2D6-52A2-8C4D-985E-CB4BEE6B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ja-JP" sz="3200" dirty="0"/>
              <a:t>2025</a:t>
            </a:r>
            <a:r>
              <a:rPr lang="ja-JP" altLang="en-US" sz="3200" dirty="0"/>
              <a:t>年</a:t>
            </a:r>
            <a:r>
              <a:rPr lang="en-US" altLang="ja-JP" sz="3200" dirty="0"/>
              <a:t>11</a:t>
            </a:r>
            <a:r>
              <a:rPr lang="ja-JP" altLang="en-US" sz="3200" dirty="0"/>
              <a:t>月下旬から</a:t>
            </a:r>
            <a:endParaRPr lang="en-US" altLang="ja-JP" sz="3200" dirty="0"/>
          </a:p>
          <a:p>
            <a:pPr marL="0" indent="0" rtl="0">
              <a:buNone/>
            </a:pPr>
            <a:r>
              <a:rPr lang="ja-JP" altLang="en-US" sz="3200" dirty="0"/>
              <a:t>就職活動に本腰を入れる</a:t>
            </a:r>
            <a:endParaRPr lang="en-US" altLang="ja-JP" sz="3200" dirty="0"/>
          </a:p>
          <a:p>
            <a:pPr marL="0" indent="0" rtl="0">
              <a:buNone/>
            </a:pPr>
            <a:r>
              <a:rPr lang="ja-JP" altLang="en-US" sz="3200" dirty="0"/>
              <a:t>約</a:t>
            </a:r>
            <a:r>
              <a:rPr lang="en-US" altLang="ja-JP" sz="3200" dirty="0"/>
              <a:t>40</a:t>
            </a:r>
            <a:r>
              <a:rPr lang="ja-JP" altLang="en-US" sz="3200" dirty="0"/>
              <a:t>社受け、内定５社</a:t>
            </a:r>
            <a:endParaRPr lang="en-US" altLang="ja-JP" sz="3200" dirty="0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79015C8D-E1EA-FF5F-0BC5-AC2BCD89E2F7}"/>
              </a:ext>
            </a:extLst>
          </p:cNvPr>
          <p:cNvSpPr/>
          <p:nvPr/>
        </p:nvSpPr>
        <p:spPr>
          <a:xfrm rot="10800000">
            <a:off x="848045" y="1615875"/>
            <a:ext cx="5328978" cy="4934851"/>
          </a:xfrm>
          <a:prstGeom prst="triangle">
            <a:avLst/>
          </a:prstGeom>
          <a:blipFill dpi="0" rotWithShape="0">
            <a:blip r:embed="rId3"/>
            <a:srcRect/>
            <a:tile tx="0" ty="5080000" sx="50000" sy="50000" flip="none" algn="b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8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CB5DE7-C0EC-D942-81AE-50AB9E5F5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endParaRPr lang="en-US" altLang="ja-JP" dirty="0"/>
          </a:p>
        </p:txBody>
      </p:sp>
      <p:sp>
        <p:nvSpPr>
          <p:cNvPr id="7" name="ひし形 6">
            <a:extLst>
              <a:ext uri="{FF2B5EF4-FFF2-40B4-BE49-F238E27FC236}">
                <a16:creationId xmlns:a16="http://schemas.microsoft.com/office/drawing/2014/main" id="{39D153A1-D6A4-7B0D-1C5F-0D56E81299C2}"/>
              </a:ext>
            </a:extLst>
          </p:cNvPr>
          <p:cNvSpPr/>
          <p:nvPr/>
        </p:nvSpPr>
        <p:spPr>
          <a:xfrm>
            <a:off x="4178461" y="1814281"/>
            <a:ext cx="3460830" cy="3125164"/>
          </a:xfrm>
          <a:prstGeom prst="diamond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800" dirty="0">
                <a:latin typeface="Meiryo UI" panose="020B0604030504040204" pitchFamily="50" charset="-128"/>
                <a:ea typeface="Meiryo UI" panose="020B0604030504040204" pitchFamily="50" charset="-128"/>
              </a:rPr>
              <a:t>概要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2779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DDF5302-8BAF-DD47-A375-773B74B6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83" y="960977"/>
            <a:ext cx="4614347" cy="2164188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66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就職活動で</a:t>
            </a:r>
            <a:br>
              <a:rPr lang="en-US" altLang="ja-JP" sz="66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66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大事なこと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6549981-7230-8D34-7E42-934642C1C67F}"/>
              </a:ext>
            </a:extLst>
          </p:cNvPr>
          <p:cNvSpPr/>
          <p:nvPr/>
        </p:nvSpPr>
        <p:spPr>
          <a:xfrm>
            <a:off x="1805651" y="3240912"/>
            <a:ext cx="8993529" cy="2372810"/>
          </a:xfrm>
          <a:prstGeom prst="roundRect">
            <a:avLst>
              <a:gd name="adj" fmla="val 16179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就活の軸に沿って企業を</a:t>
            </a:r>
            <a:endParaRPr kumimoji="1" lang="en-US" altLang="ja-JP" sz="5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5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比較・検討する</a:t>
            </a:r>
          </a:p>
        </p:txBody>
      </p:sp>
    </p:spTree>
    <p:extLst>
      <p:ext uri="{BB962C8B-B14F-4D97-AF65-F5344CB8AC3E}">
        <p14:creationId xmlns:p14="http://schemas.microsoft.com/office/powerpoint/2010/main" val="251533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9345F4-C270-FB28-85F3-2E2A30F0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14" y="673123"/>
            <a:ext cx="10452849" cy="910492"/>
          </a:xfrm>
        </p:spPr>
        <p:txBody>
          <a:bodyPr/>
          <a:lstStyle/>
          <a:p>
            <a:r>
              <a:rPr kumimoji="1" lang="ja-JP" altLang="en-US" dirty="0"/>
              <a:t>㋂末活動継続率の推移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8CC6CD6-F316-FBB6-B656-70C07B87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6" t="12682" r="442" b="11287"/>
          <a:stretch>
            <a:fillRect/>
          </a:stretch>
        </p:blipFill>
        <p:spPr>
          <a:xfrm>
            <a:off x="573514" y="1532587"/>
            <a:ext cx="10452849" cy="366917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B4B37-CF9A-0A8E-0FDA-1D55889E523D}"/>
              </a:ext>
            </a:extLst>
          </p:cNvPr>
          <p:cNvSpPr txBox="1"/>
          <p:nvPr/>
        </p:nvSpPr>
        <p:spPr>
          <a:xfrm>
            <a:off x="7078486" y="937284"/>
            <a:ext cx="4322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ソース画像：</a:t>
            </a:r>
            <a:endParaRPr kumimoji="1" lang="en-US" altLang="ja-JP" dirty="0"/>
          </a:p>
          <a:p>
            <a:r>
              <a:rPr kumimoji="1" lang="ja-JP" altLang="en-US" dirty="0"/>
              <a:t>マイナビ</a:t>
            </a:r>
            <a:r>
              <a:rPr kumimoji="1" lang="en-US" altLang="ja-JP" dirty="0"/>
              <a:t>2027</a:t>
            </a:r>
            <a:r>
              <a:rPr kumimoji="1" lang="ja-JP" altLang="en-US" dirty="0"/>
              <a:t>年卒キャリア意向調査３月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0DAC0A-3CE6-04F1-46EF-03C18E14A598}"/>
              </a:ext>
            </a:extLst>
          </p:cNvPr>
          <p:cNvSpPr txBox="1"/>
          <p:nvPr/>
        </p:nvSpPr>
        <p:spPr>
          <a:xfrm>
            <a:off x="198814" y="5173617"/>
            <a:ext cx="5705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約</a:t>
            </a:r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３割</a:t>
            </a:r>
            <a:r>
              <a:rPr kumimoji="1" lang="ja-JP" altLang="en-US" sz="3600" dirty="0"/>
              <a:t>が内々定ありでも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継続している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F167DEBF-E18F-7034-3215-884BD658E0E6}"/>
              </a:ext>
            </a:extLst>
          </p:cNvPr>
          <p:cNvSpPr/>
          <p:nvPr/>
        </p:nvSpPr>
        <p:spPr>
          <a:xfrm>
            <a:off x="5649353" y="5474825"/>
            <a:ext cx="1277073" cy="710052"/>
          </a:xfrm>
          <a:prstGeom prst="rightArrow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823318213">
                  <a:custGeom>
                    <a:avLst/>
                    <a:gdLst>
                      <a:gd name="csX0" fmla="*/ 0 w 1381246"/>
                      <a:gd name="csY0" fmla="*/ 177513 h 710052"/>
                      <a:gd name="csX1" fmla="*/ 482323 w 1381246"/>
                      <a:gd name="csY1" fmla="*/ 177513 h 710052"/>
                      <a:gd name="csX2" fmla="*/ 1026220 w 1381246"/>
                      <a:gd name="csY2" fmla="*/ 177513 h 710052"/>
                      <a:gd name="csX3" fmla="*/ 1026220 w 1381246"/>
                      <a:gd name="csY3" fmla="*/ 0 h 710052"/>
                      <a:gd name="csX4" fmla="*/ 1381246 w 1381246"/>
                      <a:gd name="csY4" fmla="*/ 355026 h 710052"/>
                      <a:gd name="csX5" fmla="*/ 1026220 w 1381246"/>
                      <a:gd name="csY5" fmla="*/ 710052 h 710052"/>
                      <a:gd name="csX6" fmla="*/ 1026220 w 1381246"/>
                      <a:gd name="csY6" fmla="*/ 532539 h 710052"/>
                      <a:gd name="csX7" fmla="*/ 502848 w 1381246"/>
                      <a:gd name="csY7" fmla="*/ 532539 h 710052"/>
                      <a:gd name="csX8" fmla="*/ 0 w 1381246"/>
                      <a:gd name="csY8" fmla="*/ 532539 h 710052"/>
                      <a:gd name="csX9" fmla="*/ 0 w 1381246"/>
                      <a:gd name="csY9" fmla="*/ 177513 h 7100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381246" h="710052" extrusionOk="0">
                        <a:moveTo>
                          <a:pt x="0" y="177513"/>
                        </a:moveTo>
                        <a:cubicBezTo>
                          <a:pt x="206900" y="177925"/>
                          <a:pt x="326154" y="198076"/>
                          <a:pt x="482323" y="177513"/>
                        </a:cubicBezTo>
                        <a:cubicBezTo>
                          <a:pt x="638492" y="156950"/>
                          <a:pt x="848328" y="193205"/>
                          <a:pt x="1026220" y="177513"/>
                        </a:cubicBezTo>
                        <a:cubicBezTo>
                          <a:pt x="1018496" y="92467"/>
                          <a:pt x="1028003" y="86396"/>
                          <a:pt x="1026220" y="0"/>
                        </a:cubicBezTo>
                        <a:cubicBezTo>
                          <a:pt x="1132995" y="115241"/>
                          <a:pt x="1302122" y="242673"/>
                          <a:pt x="1381246" y="355026"/>
                        </a:cubicBezTo>
                        <a:cubicBezTo>
                          <a:pt x="1225388" y="507987"/>
                          <a:pt x="1161315" y="556088"/>
                          <a:pt x="1026220" y="710052"/>
                        </a:cubicBezTo>
                        <a:cubicBezTo>
                          <a:pt x="1022867" y="623144"/>
                          <a:pt x="1018021" y="601629"/>
                          <a:pt x="1026220" y="532539"/>
                        </a:cubicBezTo>
                        <a:cubicBezTo>
                          <a:pt x="846015" y="556245"/>
                          <a:pt x="760388" y="508936"/>
                          <a:pt x="502848" y="532539"/>
                        </a:cubicBezTo>
                        <a:cubicBezTo>
                          <a:pt x="245308" y="556142"/>
                          <a:pt x="163384" y="520840"/>
                          <a:pt x="0" y="532539"/>
                        </a:cubicBezTo>
                        <a:cubicBezTo>
                          <a:pt x="6663" y="374354"/>
                          <a:pt x="-1225" y="288074"/>
                          <a:pt x="0" y="17751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80DC81-BD3D-C34A-1592-E345BAA7668B}"/>
              </a:ext>
            </a:extLst>
          </p:cNvPr>
          <p:cNvSpPr txBox="1"/>
          <p:nvPr/>
        </p:nvSpPr>
        <p:spPr>
          <a:xfrm>
            <a:off x="6974315" y="5173618"/>
            <a:ext cx="3947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自らに合った</a:t>
            </a:r>
            <a:endParaRPr kumimoji="1" lang="en-US" altLang="ja-JP" sz="3600" dirty="0"/>
          </a:p>
          <a:p>
            <a:r>
              <a:rPr kumimoji="1" lang="ja-JP" altLang="en-US" sz="3600" dirty="0"/>
              <a:t>企業を探している</a:t>
            </a:r>
          </a:p>
        </p:txBody>
      </p:sp>
    </p:spTree>
    <p:extLst>
      <p:ext uri="{BB962C8B-B14F-4D97-AF65-F5344CB8AC3E}">
        <p14:creationId xmlns:p14="http://schemas.microsoft.com/office/powerpoint/2010/main" val="392008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86DAAE-C08D-46E3-A8CE-2D266D397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576" y="1909472"/>
            <a:ext cx="10452848" cy="1397879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ja-JP" altLang="en-US" sz="3600" dirty="0"/>
              <a:t>「既存のメモアプリで各企業についてまとめるまではいいが</a:t>
            </a:r>
            <a:endParaRPr lang="en-US" altLang="ja-JP" sz="3600" dirty="0"/>
          </a:p>
          <a:p>
            <a:pPr marL="0" indent="0" algn="r" rtl="0">
              <a:buNone/>
            </a:pPr>
            <a:r>
              <a:rPr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比較するまでが大変」</a:t>
            </a:r>
            <a:endParaRPr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2A115AC-F6DD-4765-9553-9296098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35" y="801132"/>
            <a:ext cx="10452849" cy="910492"/>
          </a:xfrm>
        </p:spPr>
        <p:txBody>
          <a:bodyPr rtlCol="0" anchor="ctr">
            <a:normAutofit/>
          </a:bodyPr>
          <a:lstStyle/>
          <a:p>
            <a:pPr rtl="0"/>
            <a:r>
              <a:rPr lang="ja-JP" altLang="en-US" sz="5400" u="sng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就活中に思っていた悩み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697E05-7059-5FB9-A72C-D7C9866AD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15" y="3505200"/>
            <a:ext cx="1946898" cy="194689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D6A3D7F-4BEF-B9B4-6AD5-0562DADA0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741" y="3505199"/>
            <a:ext cx="2090447" cy="194689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451A53-91E5-CF15-B712-65251F60F967}"/>
              </a:ext>
            </a:extLst>
          </p:cNvPr>
          <p:cNvSpPr txBox="1"/>
          <p:nvPr/>
        </p:nvSpPr>
        <p:spPr>
          <a:xfrm>
            <a:off x="2106592" y="5636871"/>
            <a:ext cx="3472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bg1"/>
                </a:solidFill>
              </a:rPr>
              <a:t>Galaxy</a:t>
            </a:r>
            <a:r>
              <a:rPr kumimoji="1" lang="ja-JP" altLang="en-US" sz="2400" dirty="0">
                <a:solidFill>
                  <a:schemeClr val="bg1"/>
                </a:solidFill>
              </a:rPr>
              <a:t>既存の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bg1"/>
                </a:solidFill>
              </a:rPr>
              <a:t>メモアプリ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8497AE1-273C-5B09-2DC3-0C4AA1FA0B6C}"/>
              </a:ext>
            </a:extLst>
          </p:cNvPr>
          <p:cNvSpPr txBox="1"/>
          <p:nvPr/>
        </p:nvSpPr>
        <p:spPr>
          <a:xfrm>
            <a:off x="7396633" y="5544537"/>
            <a:ext cx="1971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dirty="0">
                <a:solidFill>
                  <a:schemeClr val="bg1"/>
                </a:solidFill>
              </a:rPr>
              <a:t>Excel</a:t>
            </a:r>
            <a:endParaRPr kumimoji="1" lang="ja-JP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5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2" descr="SmartArt プレースホルダー - 2 X アイコン縦方向">
            <a:extLst>
              <a:ext uri="{FF2B5EF4-FFF2-40B4-BE49-F238E27FC236}">
                <a16:creationId xmlns:a16="http://schemas.microsoft.com/office/drawing/2014/main" id="{05161A65-4E7E-B44A-B0C7-71A1F0FD5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965151"/>
              </p:ext>
            </p:extLst>
          </p:nvPr>
        </p:nvGraphicFramePr>
        <p:xfrm>
          <a:off x="-1" y="719999"/>
          <a:ext cx="6377651" cy="541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タイトル 27">
            <a:extLst>
              <a:ext uri="{FF2B5EF4-FFF2-40B4-BE49-F238E27FC236}">
                <a16:creationId xmlns:a16="http://schemas.microsoft.com/office/drawing/2014/main" id="{4988F789-C14D-C841-BDEB-8ACF773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/>
              <a:t>これらソフトの</a:t>
            </a:r>
            <a:br>
              <a:rPr lang="en-US" altLang="ja-JP" dirty="0"/>
            </a:br>
            <a:r>
              <a:rPr lang="ja-JP" altLang="en-US" dirty="0"/>
              <a:t>問題点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12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62C18F-AC65-C940-7B85-EE31A68CC713}"/>
              </a:ext>
            </a:extLst>
          </p:cNvPr>
          <p:cNvSpPr txBox="1"/>
          <p:nvPr/>
        </p:nvSpPr>
        <p:spPr>
          <a:xfrm>
            <a:off x="787079" y="2767280"/>
            <a:ext cx="38312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accent1"/>
                </a:solidFill>
              </a:rPr>
              <a:t>それらの問題を</a:t>
            </a:r>
            <a:endParaRPr kumimoji="1" lang="en-US" altLang="ja-JP" sz="4000" dirty="0">
              <a:solidFill>
                <a:schemeClr val="accent1"/>
              </a:solidFill>
            </a:endParaRPr>
          </a:p>
          <a:p>
            <a:r>
              <a:rPr kumimoji="1" lang="ja-JP" altLang="en-US" sz="4000" dirty="0">
                <a:solidFill>
                  <a:schemeClr val="accent1"/>
                </a:solidFill>
              </a:rPr>
              <a:t>解決できるのが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F64A3C2-A44C-F026-4AA3-2C5C9EB6C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2904" y="1524515"/>
            <a:ext cx="5132407" cy="5132407"/>
          </a:xfrm>
          <a:prstGeom prst="snip2DiagRect">
            <a:avLst>
              <a:gd name="adj1" fmla="val 0"/>
              <a:gd name="adj2" fmla="val 9901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98284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2" descr="SmartArt プレースホルダー - 4 X アイコン">
            <a:extLst>
              <a:ext uri="{FF2B5EF4-FFF2-40B4-BE49-F238E27FC236}">
                <a16:creationId xmlns:a16="http://schemas.microsoft.com/office/drawing/2014/main" id="{5EB466A8-B25D-AA40-A3BE-639E8D656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238549"/>
              </p:ext>
            </p:extLst>
          </p:nvPr>
        </p:nvGraphicFramePr>
        <p:xfrm>
          <a:off x="5887845" y="1371805"/>
          <a:ext cx="6304154" cy="5240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B6C8D45-FD19-C44E-9C71-E6767470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就活帳の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/>
              <a:t>機能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04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4DED-5DE0-C6C3-D472-B75066BF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2" descr="SmartArt プレースホルダー - 4 X アイコン">
            <a:extLst>
              <a:ext uri="{FF2B5EF4-FFF2-40B4-BE49-F238E27FC236}">
                <a16:creationId xmlns:a16="http://schemas.microsoft.com/office/drawing/2014/main" id="{166697A0-0F31-A5D2-12FC-AE0B64997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666387"/>
              </p:ext>
            </p:extLst>
          </p:nvPr>
        </p:nvGraphicFramePr>
        <p:xfrm>
          <a:off x="4822974" y="1048033"/>
          <a:ext cx="6304154" cy="5240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407F570-60BA-6845-37C4-2A2135C8730E}"/>
              </a:ext>
            </a:extLst>
          </p:cNvPr>
          <p:cNvSpPr/>
          <p:nvPr/>
        </p:nvSpPr>
        <p:spPr>
          <a:xfrm>
            <a:off x="5110316" y="3529571"/>
            <a:ext cx="5729469" cy="2327219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0BC6BCA-23C2-1B6A-8D9A-AF52274E8BCE}"/>
              </a:ext>
            </a:extLst>
          </p:cNvPr>
          <p:cNvSpPr/>
          <p:nvPr/>
        </p:nvSpPr>
        <p:spPr>
          <a:xfrm>
            <a:off x="4748653" y="943861"/>
            <a:ext cx="6452794" cy="2327219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E89509-908E-B3D2-EFD4-187A7BD263B9}"/>
              </a:ext>
            </a:extLst>
          </p:cNvPr>
          <p:cNvSpPr txBox="1"/>
          <p:nvPr/>
        </p:nvSpPr>
        <p:spPr>
          <a:xfrm>
            <a:off x="315550" y="1568861"/>
            <a:ext cx="44331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chemeClr val="tx2"/>
                </a:solidFill>
              </a:rPr>
              <a:t>既存のメモアプリの</a:t>
            </a:r>
            <a:endParaRPr kumimoji="1" lang="en-US" altLang="ja-JP" sz="3200" dirty="0">
              <a:solidFill>
                <a:schemeClr val="tx2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2"/>
                </a:solidFill>
              </a:rPr>
              <a:t>一般的な機能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B9C22D-C8DB-C4AE-C95D-23F051DF89BD}"/>
              </a:ext>
            </a:extLst>
          </p:cNvPr>
          <p:cNvSpPr txBox="1"/>
          <p:nvPr/>
        </p:nvSpPr>
        <p:spPr>
          <a:xfrm>
            <a:off x="389870" y="4241381"/>
            <a:ext cx="44331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chemeClr val="accent1"/>
                </a:solidFill>
              </a:rPr>
              <a:t>本アプリの提供する</a:t>
            </a:r>
            <a:endParaRPr kumimoji="1" lang="en-US" altLang="ja-JP" sz="3200" b="1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3200" b="1" dirty="0">
                <a:solidFill>
                  <a:schemeClr val="accent1"/>
                </a:solidFill>
              </a:rPr>
              <a:t>強みとなる機能</a:t>
            </a:r>
          </a:p>
        </p:txBody>
      </p:sp>
    </p:spTree>
    <p:extLst>
      <p:ext uri="{BB962C8B-B14F-4D97-AF65-F5344CB8AC3E}">
        <p14:creationId xmlns:p14="http://schemas.microsoft.com/office/powerpoint/2010/main" val="397555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ABB9D1B-7CD4-A38C-7EFF-01BDD639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607" y="2031121"/>
            <a:ext cx="6520569" cy="393315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主には自己分析の補助</a:t>
            </a:r>
            <a:endParaRPr lang="en-US" altLang="ja-JP" sz="2800" dirty="0"/>
          </a:p>
          <a:p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自分一人では洗い出しきれない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強みや</a:t>
            </a:r>
            <a:r>
              <a:rPr lang="en-US" altLang="ja-JP" sz="2800" dirty="0"/>
              <a:t>ES</a:t>
            </a:r>
            <a:r>
              <a:rPr lang="ja-JP" altLang="en-US" sz="2800" dirty="0"/>
              <a:t>に書くような内容も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使用者本人の情報を内部で整理しながら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一緒に自己分析を手伝ってくれる</a:t>
            </a:r>
            <a:endParaRPr lang="en-US" altLang="ja-JP" sz="28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D6AAAA7-E1D7-80E1-62F5-9B5FB465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224" y="893729"/>
            <a:ext cx="6163954" cy="910492"/>
          </a:xfrm>
        </p:spPr>
        <p:txBody>
          <a:bodyPr/>
          <a:lstStyle/>
          <a:p>
            <a:r>
              <a:rPr kumimoji="1" lang="en-US" altLang="ja-JP" dirty="0"/>
              <a:t>How to use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A71D57-B25D-B39A-6B6C-34AE0EF10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94" y="820577"/>
            <a:ext cx="4057786" cy="49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1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C4E5-6665-66A2-7E97-F95737DD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70E3BF2-4E99-4D25-5F0F-535AAFF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3" y="657157"/>
            <a:ext cx="7730637" cy="910492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使用箇所：ホーム画面</a:t>
            </a:r>
            <a:r>
              <a:rPr lang="en-US" altLang="ja-JP" dirty="0"/>
              <a:t>,</a:t>
            </a:r>
            <a:r>
              <a:rPr lang="ja-JP" altLang="en-US" dirty="0"/>
              <a:t>メモ画面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5D5387-ABAC-8EFE-AE50-7DDA5146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54" y="631617"/>
            <a:ext cx="960884" cy="117260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22AA56F-1F5D-5A15-ADDD-20A92B69F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820" y="2260156"/>
            <a:ext cx="4377658" cy="31612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9B697BA-A61F-D403-5D63-E76EB0645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20" y="1804221"/>
            <a:ext cx="5872551" cy="42377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8F1F06C4-B2EA-71F1-21EB-2BE704C9888A}"/>
              </a:ext>
            </a:extLst>
          </p:cNvPr>
          <p:cNvSpPr/>
          <p:nvPr/>
        </p:nvSpPr>
        <p:spPr>
          <a:xfrm>
            <a:off x="452176" y="4099727"/>
            <a:ext cx="6471138" cy="1145513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81581794-9040-EAD0-EC34-37DE441EC2B5}"/>
              </a:ext>
            </a:extLst>
          </p:cNvPr>
          <p:cNvSpPr/>
          <p:nvPr/>
        </p:nvSpPr>
        <p:spPr>
          <a:xfrm>
            <a:off x="5158114" y="5523044"/>
            <a:ext cx="2129654" cy="708626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7BE47F5-0C5A-EC87-0375-D60CB190E785}"/>
              </a:ext>
            </a:extLst>
          </p:cNvPr>
          <p:cNvSpPr/>
          <p:nvPr/>
        </p:nvSpPr>
        <p:spPr>
          <a:xfrm>
            <a:off x="10263514" y="4672483"/>
            <a:ext cx="1014086" cy="678079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30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3DBC43-2FBF-624E-ADB3-BA3583AE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3200" dirty="0"/>
              <a:t>既存のメモアプリ</a:t>
            </a:r>
            <a:endParaRPr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06D68A-A600-9C45-B10C-2A39080E9E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 lnSpcReduction="10000"/>
          </a:bodyPr>
          <a:lstStyle/>
          <a:p>
            <a:pPr marL="0" indent="0" rtl="0">
              <a:buNone/>
            </a:pPr>
            <a:r>
              <a:rPr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・一つのドキュメントに改行などで分けて記録</a:t>
            </a:r>
            <a:endParaRPr lang="en-US" altLang="ja-JP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rtl="0">
              <a:buNone/>
            </a:pPr>
            <a:r>
              <a:rPr lang="ja-JP" altLang="en-US" sz="4000" dirty="0"/>
              <a:t>・比較はしづらい</a:t>
            </a:r>
            <a:endParaRPr lang="en-US" altLang="ja-JP" sz="4000" dirty="0"/>
          </a:p>
          <a:p>
            <a:pPr marL="0" indent="0" rtl="0">
              <a:buNone/>
            </a:pPr>
            <a:r>
              <a:rPr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・視認性に欠ける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6F519B-5706-804A-8C82-1D9EDAA812F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3200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就活帳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5FB2C5-19EB-8A4A-98B2-19E436877E9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32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・それぞれ項目ごとに入力</a:t>
            </a:r>
            <a:endParaRPr lang="en-US" altLang="ja-JP" sz="32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ja-JP" altLang="en-US" sz="3200" dirty="0">
                <a:solidFill>
                  <a:schemeClr val="accent1">
                    <a:lumMod val="50000"/>
                  </a:schemeClr>
                </a:solidFill>
              </a:rPr>
              <a:t>・比較をしやすい</a:t>
            </a:r>
            <a:endParaRPr lang="en-US" altLang="ja-JP" sz="3200" dirty="0">
              <a:solidFill>
                <a:schemeClr val="accent1">
                  <a:lumMod val="50000"/>
                </a:schemeClr>
              </a:solidFill>
            </a:endParaRPr>
          </a:p>
          <a:p>
            <a:pPr rtl="0"/>
            <a:r>
              <a:rPr lang="ja-JP" altLang="en-US" sz="32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・視認性、操作性共に優秀</a:t>
            </a:r>
            <a:endParaRPr lang="en-US" altLang="ja-JP" sz="32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ja-JP" altLang="en-US" sz="3200" dirty="0">
                <a:solidFill>
                  <a:schemeClr val="accent1">
                    <a:lumMod val="50000"/>
                  </a:schemeClr>
                </a:solidFill>
              </a:rPr>
              <a:t>・</a:t>
            </a:r>
            <a:r>
              <a:rPr lang="en-US" altLang="ja-JP" sz="3200" dirty="0">
                <a:solidFill>
                  <a:schemeClr val="accent1">
                    <a:lumMod val="50000"/>
                  </a:schemeClr>
                </a:solidFill>
              </a:rPr>
              <a:t>AI</a:t>
            </a:r>
            <a:r>
              <a:rPr lang="ja-JP" altLang="en-US" sz="3200" dirty="0">
                <a:solidFill>
                  <a:schemeClr val="accent1">
                    <a:lumMod val="50000"/>
                  </a:schemeClr>
                </a:solidFill>
              </a:rPr>
              <a:t>に相談することもできる</a:t>
            </a:r>
            <a:endParaRPr lang="ja-JP" altLang="en-US" sz="32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A2F4C6-F233-E149-AA45-4C25835F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dirty="0"/>
              <a:t>就活帳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」と「</a:t>
            </a:r>
            <a:r>
              <a:rPr lang="ja-JP" altLang="en-US" dirty="0"/>
              <a:t>既存のメモアプリ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」の比較</a:t>
            </a:r>
          </a:p>
        </p:txBody>
      </p:sp>
    </p:spTree>
    <p:extLst>
      <p:ext uri="{BB962C8B-B14F-4D97-AF65-F5344CB8AC3E}">
        <p14:creationId xmlns:p14="http://schemas.microsoft.com/office/powerpoint/2010/main" val="18228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E55A5C-1F42-9F0D-E7DF-C9DB4338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F0DEAE-8E1F-7BF6-124C-401047C59F85}"/>
              </a:ext>
            </a:extLst>
          </p:cNvPr>
          <p:cNvSpPr txBox="1"/>
          <p:nvPr/>
        </p:nvSpPr>
        <p:spPr>
          <a:xfrm>
            <a:off x="932329" y="1929384"/>
            <a:ext cx="95646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solidFill>
                  <a:schemeClr val="bg1"/>
                </a:solidFill>
              </a:rPr>
              <a:t>・</a:t>
            </a:r>
            <a:r>
              <a:rPr kumimoji="1" lang="en-US" altLang="ja-JP" sz="3600" dirty="0">
                <a:solidFill>
                  <a:schemeClr val="bg1"/>
                </a:solidFill>
              </a:rPr>
              <a:t>UI</a:t>
            </a:r>
            <a:r>
              <a:rPr kumimoji="1" lang="ja-JP" altLang="en-US" sz="3600" dirty="0">
                <a:solidFill>
                  <a:schemeClr val="bg1"/>
                </a:solidFill>
              </a:rPr>
              <a:t>の整え</a:t>
            </a:r>
            <a:endParaRPr kumimoji="1" lang="en-US" altLang="ja-JP" sz="3600" dirty="0">
              <a:solidFill>
                <a:schemeClr val="bg1"/>
              </a:solidFill>
            </a:endParaRP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・広告を付けることでマネタイズを確保し、</a:t>
            </a:r>
            <a:endParaRPr kumimoji="1" lang="en-US" altLang="ja-JP" sz="3600" dirty="0">
              <a:solidFill>
                <a:schemeClr val="bg1"/>
              </a:solidFill>
            </a:endParaRP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　</a:t>
            </a:r>
            <a:r>
              <a:rPr kumimoji="1" lang="en-US" altLang="ja-JP" sz="3600" dirty="0">
                <a:solidFill>
                  <a:schemeClr val="bg1"/>
                </a:solidFill>
              </a:rPr>
              <a:t>AI</a:t>
            </a:r>
            <a:r>
              <a:rPr kumimoji="1" lang="ja-JP" altLang="en-US" sz="3600" dirty="0">
                <a:solidFill>
                  <a:schemeClr val="bg1"/>
                </a:solidFill>
              </a:rPr>
              <a:t>の</a:t>
            </a:r>
            <a:r>
              <a:rPr kumimoji="1" lang="en-US" altLang="ja-JP" sz="3600" dirty="0">
                <a:solidFill>
                  <a:schemeClr val="bg1"/>
                </a:solidFill>
              </a:rPr>
              <a:t>API</a:t>
            </a:r>
            <a:r>
              <a:rPr kumimoji="1" lang="ja-JP" altLang="en-US" sz="3600" dirty="0">
                <a:solidFill>
                  <a:schemeClr val="bg1"/>
                </a:solidFill>
              </a:rPr>
              <a:t>をより利用しやすいものに変える</a:t>
            </a:r>
            <a:r>
              <a:rPr kumimoji="1" lang="en-US" altLang="ja-JP" sz="3600" dirty="0">
                <a:solidFill>
                  <a:schemeClr val="bg1"/>
                </a:solidFill>
              </a:rPr>
              <a:t>(AWS</a:t>
            </a:r>
            <a:r>
              <a:rPr kumimoji="1" lang="ja-JP" altLang="en-US" sz="3600" dirty="0">
                <a:solidFill>
                  <a:schemeClr val="bg1"/>
                </a:solidFill>
              </a:rPr>
              <a:t>など</a:t>
            </a:r>
            <a:r>
              <a:rPr kumimoji="1" lang="en-US" altLang="ja-JP" sz="3600" dirty="0">
                <a:solidFill>
                  <a:schemeClr val="bg1"/>
                </a:solidFill>
              </a:rPr>
              <a:t>)</a:t>
            </a: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・それぞれモバイル版</a:t>
            </a:r>
            <a:r>
              <a:rPr kumimoji="1" lang="en-US" altLang="ja-JP" sz="3600" dirty="0">
                <a:solidFill>
                  <a:schemeClr val="bg1"/>
                </a:solidFill>
              </a:rPr>
              <a:t>(</a:t>
            </a:r>
            <a:r>
              <a:rPr kumimoji="1" lang="en-US" altLang="ja-JP" sz="3600" dirty="0" err="1">
                <a:solidFill>
                  <a:schemeClr val="bg1"/>
                </a:solidFill>
              </a:rPr>
              <a:t>Android,iOS</a:t>
            </a:r>
            <a:r>
              <a:rPr kumimoji="1" lang="en-US" altLang="ja-JP" sz="3600" dirty="0">
                <a:solidFill>
                  <a:schemeClr val="bg1"/>
                </a:solidFill>
              </a:rPr>
              <a:t>)</a:t>
            </a:r>
            <a:r>
              <a:rPr kumimoji="1" lang="ja-JP" altLang="en-US" sz="3600" dirty="0">
                <a:solidFill>
                  <a:schemeClr val="bg1"/>
                </a:solidFill>
              </a:rPr>
              <a:t>に</a:t>
            </a:r>
            <a:endParaRPr kumimoji="1" lang="en-US" altLang="ja-JP" sz="3600" dirty="0">
              <a:solidFill>
                <a:schemeClr val="bg1"/>
              </a:solidFill>
            </a:endParaRP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　対応した画面サイズにする</a:t>
            </a:r>
            <a:endParaRPr kumimoji="1" lang="en-US" altLang="ja-JP" sz="3600" dirty="0">
              <a:solidFill>
                <a:schemeClr val="bg1"/>
              </a:solidFill>
            </a:endParaRP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・タスクページの追加</a:t>
            </a:r>
            <a:endParaRPr kumimoji="1" lang="en-US" altLang="ja-JP" sz="3600">
              <a:solidFill>
                <a:schemeClr val="bg1"/>
              </a:solidFill>
            </a:endParaRPr>
          </a:p>
          <a:p>
            <a:r>
              <a:rPr kumimoji="1" lang="en-US" altLang="ja-JP" sz="3600">
                <a:solidFill>
                  <a:schemeClr val="bg1"/>
                </a:solidFill>
              </a:rPr>
              <a:t>(</a:t>
            </a:r>
            <a:r>
              <a:rPr kumimoji="1" lang="ja-JP" altLang="en-US" sz="3600" dirty="0">
                <a:solidFill>
                  <a:schemeClr val="bg1"/>
                </a:solidFill>
              </a:rPr>
              <a:t>リマインダーのまとめ</a:t>
            </a:r>
            <a:r>
              <a:rPr kumimoji="1" lang="en-US" altLang="ja-JP" sz="36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4400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rtlCol="0">
            <a:normAutofit fontScale="90000"/>
          </a:bodyPr>
          <a:lstStyle/>
          <a:p>
            <a:pPr rt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ありがとうございます</a:t>
            </a:r>
          </a:p>
        </p:txBody>
      </p:sp>
      <p:pic>
        <p:nvPicPr>
          <p:cNvPr id="11" name="図プレースホルダー 10" descr="リビング ルームに座っている人。">
            <a:extLst>
              <a:ext uri="{FF2B5EF4-FFF2-40B4-BE49-F238E27FC236}">
                <a16:creationId xmlns:a16="http://schemas.microsoft.com/office/drawing/2014/main" id="{B0B86B06-F4A6-2643-966F-7B41DA43C0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23163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571_TF11344857.potx" id="{B85B4062-5E61-445C-AF6A-84E334E8E2B1}" vid="{E2081CB2-B49D-421C-AEB5-58BEE25F07A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DB961CF66848D4AB4A1C7D5A07FFE0D" ma:contentTypeVersion="11" ma:contentTypeDescription="新しいドキュメントを作成します。" ma:contentTypeScope="" ma:versionID="1af7698bdc28c85334a4dd70b98d8778">
  <xsd:schema xmlns:xsd="http://www.w3.org/2001/XMLSchema" xmlns:xs="http://www.w3.org/2001/XMLSchema" xmlns:p="http://schemas.microsoft.com/office/2006/metadata/properties" xmlns:ns3="d9da7bd8-af51-43f2-9535-1e5448c4b97e" targetNamespace="http://schemas.microsoft.com/office/2006/metadata/properties" ma:root="true" ma:fieldsID="e8c1b4e60a47d1d0591cc9a0be4cabaf" ns3:_="">
    <xsd:import namespace="d9da7bd8-af51-43f2-9535-1e5448c4b97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a7bd8-af51-43f2-9535-1e5448c4b97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da7bd8-af51-43f2-9535-1e5448c4b97e" xsi:nil="true"/>
  </documentManagement>
</p:properties>
</file>

<file path=customXml/itemProps1.xml><?xml version="1.0" encoding="utf-8"?>
<ds:datastoreItem xmlns:ds="http://schemas.openxmlformats.org/officeDocument/2006/customXml" ds:itemID="{921AD9DE-7424-4E63-8315-92C7F47164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745551-8B74-41FB-B278-777E1052CC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a7bd8-af51-43f2-9535-1e5448c4b9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22F903-F107-4B34-9CAA-EC3D77CC25A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9da7bd8-af51-43f2-9535-1e5448c4b97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会議用幾何学的プレゼンテーション</Template>
  <TotalTime>206</TotalTime>
  <Words>379</Words>
  <Application>Microsoft Office PowerPoint</Application>
  <PresentationFormat>ワイド画面</PresentationFormat>
  <Paragraphs>85</Paragraphs>
  <Slides>15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Meiryo UI</vt:lpstr>
      <vt:lpstr>Arial</vt:lpstr>
      <vt:lpstr>Calibri</vt:lpstr>
      <vt:lpstr>RetrospectVTI</vt:lpstr>
      <vt:lpstr>就活帳</vt:lpstr>
      <vt:lpstr>石川 璃空</vt:lpstr>
      <vt:lpstr>PowerPoint プレゼンテーション</vt:lpstr>
      <vt:lpstr>就職活動で 大事なこと</vt:lpstr>
      <vt:lpstr>㋂末活動継続率の推移</vt:lpstr>
      <vt:lpstr>就活中に思っていた悩み</vt:lpstr>
      <vt:lpstr>これらソフトの 問題点</vt:lpstr>
      <vt:lpstr>PowerPoint プレゼンテーション</vt:lpstr>
      <vt:lpstr>就活帳の 機能</vt:lpstr>
      <vt:lpstr>PowerPoint プレゼンテーション</vt:lpstr>
      <vt:lpstr>How to use</vt:lpstr>
      <vt:lpstr>使用箇所：ホーム画面,メモ画面</vt:lpstr>
      <vt:lpstr>「就活帳」と「既存のメモアプリ」の比較</vt:lpstr>
      <vt:lpstr>今後の展望</vt:lpstr>
      <vt:lpstr>ありがとうございます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石川 璃空(zeal23418168)</dc:creator>
  <cp:lastModifiedBy>石川 璃空(zeal23418168)</cp:lastModifiedBy>
  <cp:revision>5</cp:revision>
  <dcterms:created xsi:type="dcterms:W3CDTF">2026-05-13T05:34:55Z</dcterms:created>
  <dcterms:modified xsi:type="dcterms:W3CDTF">2026-07-14T22:17:55Z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0x010100EDB961CF66848D4AB4A1C7D5A07FFE0D</vt:lpwstr>
  </property>
</Properties>
</file>